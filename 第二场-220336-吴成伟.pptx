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notesSlides/notesSlide3.xml" ContentType="application/vnd.openxmlformats-officedocument.presentationml.notesSlide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notesSlides/notesSlide4.xml" ContentType="application/vnd.openxmlformats-officedocument.presentationml.notesSlide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notesSlides/notesSlide7.xml" ContentType="application/vnd.openxmlformats-officedocument.presentationml.notesSlide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notesSlides/notesSlide8.xml" ContentType="application/vnd.openxmlformats-officedocument.presentationml.notesSlide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notesSlides/notesSlide9.xml" ContentType="application/vnd.openxmlformats-officedocument.presentationml.notesSlide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61" r:id="rId3"/>
    <p:sldId id="295" r:id="rId4"/>
    <p:sldId id="294" r:id="rId5"/>
    <p:sldId id="266" r:id="rId6"/>
    <p:sldId id="292" r:id="rId7"/>
    <p:sldId id="269" r:id="rId8"/>
    <p:sldId id="298" r:id="rId9"/>
    <p:sldId id="301" r:id="rId10"/>
    <p:sldId id="290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96" autoAdjust="0"/>
    <p:restoredTop sz="94610"/>
  </p:normalViewPr>
  <p:slideViewPr>
    <p:cSldViewPr snapToGrid="0" snapToObjects="1">
      <p:cViewPr varScale="1">
        <p:scale>
          <a:sx n="61" d="100"/>
          <a:sy n="61" d="100"/>
        </p:scale>
        <p:origin x="42" y="13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338698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076AE8-A956-284E-5B0B-E1C91C4611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A325527-43A0-DF1B-BFAF-86133DC014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F18227-DCBC-F93B-484F-825365B74D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F278E6-8C96-1495-5E83-558ED1F01CC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052882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B0039E-1D09-4D77-52E0-12080BD976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C3EA70-4F39-CFE1-55A2-599D4698C2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29680C-1186-4FF9-B067-A4A9B98B6A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F400E2-B5ED-381A-9D26-4628816EB22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246150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DB5F85-D141-9BC4-B0CC-5F54FF34BA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9A1B3A2-C5FA-4810-0B96-631C93D673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2B92AA-0A12-4313-3E02-A6018CFE86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05F681-25D5-7F33-13A8-BE255DE5496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3912422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3828D3-2700-E2A7-F927-5658AFA63B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6ACADC5-BFB0-54DA-CF55-58D3ADE5E3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B3DC7E-5362-9B48-33F5-0E813A1688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49DF70-5AED-F0DE-6241-F35860EB891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1033977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tags" Target="../tags/tag8.xml"/><Relationship Id="rId13" Type="http://schemas.openxmlformats.org/officeDocument/2006/relationships/tags" Target="../tags/tag13.xml"/><Relationship Id="rId18" Type="http://schemas.openxmlformats.org/officeDocument/2006/relationships/tags" Target="../tags/tag18.xml"/><Relationship Id="rId26" Type="http://schemas.openxmlformats.org/officeDocument/2006/relationships/image" Target="../media/image6.png"/><Relationship Id="rId3" Type="http://schemas.openxmlformats.org/officeDocument/2006/relationships/tags" Target="../tags/tag3.xml"/><Relationship Id="rId21" Type="http://schemas.openxmlformats.org/officeDocument/2006/relationships/slideLayout" Target="../slideLayouts/slideLayout1.xml"/><Relationship Id="rId7" Type="http://schemas.openxmlformats.org/officeDocument/2006/relationships/tags" Target="../tags/tag7.xml"/><Relationship Id="rId12" Type="http://schemas.openxmlformats.org/officeDocument/2006/relationships/tags" Target="../tags/tag12.xml"/><Relationship Id="rId17" Type="http://schemas.openxmlformats.org/officeDocument/2006/relationships/tags" Target="../tags/tag17.xml"/><Relationship Id="rId25" Type="http://schemas.openxmlformats.org/officeDocument/2006/relationships/image" Target="../media/image2.png"/><Relationship Id="rId2" Type="http://schemas.openxmlformats.org/officeDocument/2006/relationships/tags" Target="../tags/tag2.xml"/><Relationship Id="rId16" Type="http://schemas.openxmlformats.org/officeDocument/2006/relationships/tags" Target="../tags/tag16.xml"/><Relationship Id="rId20" Type="http://schemas.openxmlformats.org/officeDocument/2006/relationships/tags" Target="../tags/tag20.xml"/><Relationship Id="rId29" Type="http://schemas.openxmlformats.org/officeDocument/2006/relationships/image" Target="../media/image9.svg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11" Type="http://schemas.openxmlformats.org/officeDocument/2006/relationships/tags" Target="../tags/tag11.xml"/><Relationship Id="rId24" Type="http://schemas.openxmlformats.org/officeDocument/2006/relationships/image" Target="../media/image5.jpeg"/><Relationship Id="rId5" Type="http://schemas.openxmlformats.org/officeDocument/2006/relationships/tags" Target="../tags/tag5.xml"/><Relationship Id="rId15" Type="http://schemas.openxmlformats.org/officeDocument/2006/relationships/tags" Target="../tags/tag15.xml"/><Relationship Id="rId23" Type="http://schemas.openxmlformats.org/officeDocument/2006/relationships/image" Target="../media/image4.jpeg"/><Relationship Id="rId28" Type="http://schemas.openxmlformats.org/officeDocument/2006/relationships/image" Target="../media/image8.png"/><Relationship Id="rId10" Type="http://schemas.openxmlformats.org/officeDocument/2006/relationships/tags" Target="../tags/tag10.xml"/><Relationship Id="rId19" Type="http://schemas.openxmlformats.org/officeDocument/2006/relationships/tags" Target="../tags/tag19.xml"/><Relationship Id="rId31" Type="http://schemas.openxmlformats.org/officeDocument/2006/relationships/image" Target="../media/image11.svg"/><Relationship Id="rId4" Type="http://schemas.openxmlformats.org/officeDocument/2006/relationships/tags" Target="../tags/tag4.xml"/><Relationship Id="rId9" Type="http://schemas.openxmlformats.org/officeDocument/2006/relationships/tags" Target="../tags/tag9.xml"/><Relationship Id="rId14" Type="http://schemas.openxmlformats.org/officeDocument/2006/relationships/tags" Target="../tags/tag14.xml"/><Relationship Id="rId22" Type="http://schemas.openxmlformats.org/officeDocument/2006/relationships/notesSlide" Target="../notesSlides/notesSlide3.xml"/><Relationship Id="rId27" Type="http://schemas.openxmlformats.org/officeDocument/2006/relationships/image" Target="../media/image7.svg"/><Relationship Id="rId30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tags" Target="../tags/tag28.xml"/><Relationship Id="rId13" Type="http://schemas.openxmlformats.org/officeDocument/2006/relationships/image" Target="../media/image4.jpeg"/><Relationship Id="rId3" Type="http://schemas.openxmlformats.org/officeDocument/2006/relationships/tags" Target="../tags/tag23.xml"/><Relationship Id="rId7" Type="http://schemas.openxmlformats.org/officeDocument/2006/relationships/tags" Target="../tags/tag27.xml"/><Relationship Id="rId12" Type="http://schemas.openxmlformats.org/officeDocument/2006/relationships/notesSlide" Target="../notesSlides/notesSlide4.xml"/><Relationship Id="rId2" Type="http://schemas.openxmlformats.org/officeDocument/2006/relationships/tags" Target="../tags/tag22.xml"/><Relationship Id="rId16" Type="http://schemas.openxmlformats.org/officeDocument/2006/relationships/image" Target="../media/image2.png"/><Relationship Id="rId1" Type="http://schemas.openxmlformats.org/officeDocument/2006/relationships/tags" Target="../tags/tag21.xml"/><Relationship Id="rId6" Type="http://schemas.openxmlformats.org/officeDocument/2006/relationships/tags" Target="../tags/tag26.xml"/><Relationship Id="rId11" Type="http://schemas.openxmlformats.org/officeDocument/2006/relationships/slideLayout" Target="../slideLayouts/slideLayout1.xml"/><Relationship Id="rId5" Type="http://schemas.openxmlformats.org/officeDocument/2006/relationships/tags" Target="../tags/tag25.xml"/><Relationship Id="rId15" Type="http://schemas.openxmlformats.org/officeDocument/2006/relationships/image" Target="../media/image12.png"/><Relationship Id="rId10" Type="http://schemas.openxmlformats.org/officeDocument/2006/relationships/tags" Target="../tags/tag30.xml"/><Relationship Id="rId4" Type="http://schemas.openxmlformats.org/officeDocument/2006/relationships/tags" Target="../tags/tag24.xml"/><Relationship Id="rId9" Type="http://schemas.openxmlformats.org/officeDocument/2006/relationships/tags" Target="../tags/tag29.xml"/><Relationship Id="rId14" Type="http://schemas.openxmlformats.org/officeDocument/2006/relationships/image" Target="../media/image5.jpe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tags" Target="../tags/tag38.xml"/><Relationship Id="rId13" Type="http://schemas.openxmlformats.org/officeDocument/2006/relationships/tags" Target="../tags/tag43.xml"/><Relationship Id="rId18" Type="http://schemas.openxmlformats.org/officeDocument/2006/relationships/image" Target="../media/image5.jpeg"/><Relationship Id="rId26" Type="http://schemas.openxmlformats.org/officeDocument/2006/relationships/image" Target="../media/image19.png"/><Relationship Id="rId3" Type="http://schemas.openxmlformats.org/officeDocument/2006/relationships/tags" Target="../tags/tag33.xml"/><Relationship Id="rId21" Type="http://schemas.openxmlformats.org/officeDocument/2006/relationships/image" Target="../media/image14.svg"/><Relationship Id="rId7" Type="http://schemas.openxmlformats.org/officeDocument/2006/relationships/tags" Target="../tags/tag37.xml"/><Relationship Id="rId12" Type="http://schemas.openxmlformats.org/officeDocument/2006/relationships/tags" Target="../tags/tag42.xml"/><Relationship Id="rId17" Type="http://schemas.openxmlformats.org/officeDocument/2006/relationships/image" Target="../media/image4.jpeg"/><Relationship Id="rId25" Type="http://schemas.openxmlformats.org/officeDocument/2006/relationships/image" Target="../media/image18.svg"/><Relationship Id="rId2" Type="http://schemas.openxmlformats.org/officeDocument/2006/relationships/tags" Target="../tags/tag32.xml"/><Relationship Id="rId16" Type="http://schemas.openxmlformats.org/officeDocument/2006/relationships/notesSlide" Target="../notesSlides/notesSlide5.xml"/><Relationship Id="rId20" Type="http://schemas.openxmlformats.org/officeDocument/2006/relationships/image" Target="../media/image13.png"/><Relationship Id="rId29" Type="http://schemas.openxmlformats.org/officeDocument/2006/relationships/image" Target="../media/image22.svg"/><Relationship Id="rId1" Type="http://schemas.openxmlformats.org/officeDocument/2006/relationships/tags" Target="../tags/tag31.xml"/><Relationship Id="rId6" Type="http://schemas.openxmlformats.org/officeDocument/2006/relationships/tags" Target="../tags/tag36.xml"/><Relationship Id="rId11" Type="http://schemas.openxmlformats.org/officeDocument/2006/relationships/tags" Target="../tags/tag41.xml"/><Relationship Id="rId24" Type="http://schemas.openxmlformats.org/officeDocument/2006/relationships/image" Target="../media/image17.png"/><Relationship Id="rId5" Type="http://schemas.openxmlformats.org/officeDocument/2006/relationships/tags" Target="../tags/tag35.xml"/><Relationship Id="rId15" Type="http://schemas.openxmlformats.org/officeDocument/2006/relationships/slideLayout" Target="../slideLayouts/slideLayout1.xml"/><Relationship Id="rId23" Type="http://schemas.openxmlformats.org/officeDocument/2006/relationships/image" Target="../media/image16.svg"/><Relationship Id="rId28" Type="http://schemas.openxmlformats.org/officeDocument/2006/relationships/image" Target="../media/image21.png"/><Relationship Id="rId10" Type="http://schemas.openxmlformats.org/officeDocument/2006/relationships/tags" Target="../tags/tag40.xml"/><Relationship Id="rId19" Type="http://schemas.openxmlformats.org/officeDocument/2006/relationships/image" Target="../media/image2.png"/><Relationship Id="rId4" Type="http://schemas.openxmlformats.org/officeDocument/2006/relationships/tags" Target="../tags/tag34.xml"/><Relationship Id="rId9" Type="http://schemas.openxmlformats.org/officeDocument/2006/relationships/tags" Target="../tags/tag39.xml"/><Relationship Id="rId14" Type="http://schemas.openxmlformats.org/officeDocument/2006/relationships/tags" Target="../tags/tag44.xml"/><Relationship Id="rId22" Type="http://schemas.openxmlformats.org/officeDocument/2006/relationships/image" Target="../media/image15.png"/><Relationship Id="rId27" Type="http://schemas.openxmlformats.org/officeDocument/2006/relationships/image" Target="../media/image20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23.png"/><Relationship Id="rId4" Type="http://schemas.openxmlformats.org/officeDocument/2006/relationships/image" Target="../media/image5.jpe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tags" Target="../tags/tag52.xml"/><Relationship Id="rId13" Type="http://schemas.openxmlformats.org/officeDocument/2006/relationships/slideLayout" Target="../slideLayouts/slideLayout1.xml"/><Relationship Id="rId18" Type="http://schemas.openxmlformats.org/officeDocument/2006/relationships/image" Target="../media/image24.png"/><Relationship Id="rId3" Type="http://schemas.openxmlformats.org/officeDocument/2006/relationships/tags" Target="../tags/tag47.xml"/><Relationship Id="rId21" Type="http://schemas.openxmlformats.org/officeDocument/2006/relationships/image" Target="../media/image27.svg"/><Relationship Id="rId7" Type="http://schemas.openxmlformats.org/officeDocument/2006/relationships/tags" Target="../tags/tag51.xml"/><Relationship Id="rId12" Type="http://schemas.openxmlformats.org/officeDocument/2006/relationships/tags" Target="../tags/tag56.xml"/><Relationship Id="rId17" Type="http://schemas.openxmlformats.org/officeDocument/2006/relationships/image" Target="../media/image2.png"/><Relationship Id="rId25" Type="http://schemas.openxmlformats.org/officeDocument/2006/relationships/image" Target="../media/image31.svg"/><Relationship Id="rId2" Type="http://schemas.openxmlformats.org/officeDocument/2006/relationships/tags" Target="../tags/tag46.xml"/><Relationship Id="rId16" Type="http://schemas.openxmlformats.org/officeDocument/2006/relationships/image" Target="../media/image5.jpeg"/><Relationship Id="rId20" Type="http://schemas.openxmlformats.org/officeDocument/2006/relationships/image" Target="../media/image26.png"/><Relationship Id="rId1" Type="http://schemas.openxmlformats.org/officeDocument/2006/relationships/tags" Target="../tags/tag45.xml"/><Relationship Id="rId6" Type="http://schemas.openxmlformats.org/officeDocument/2006/relationships/tags" Target="../tags/tag50.xml"/><Relationship Id="rId11" Type="http://schemas.openxmlformats.org/officeDocument/2006/relationships/tags" Target="../tags/tag55.xml"/><Relationship Id="rId24" Type="http://schemas.openxmlformats.org/officeDocument/2006/relationships/image" Target="../media/image30.png"/><Relationship Id="rId5" Type="http://schemas.openxmlformats.org/officeDocument/2006/relationships/tags" Target="../tags/tag49.xml"/><Relationship Id="rId15" Type="http://schemas.openxmlformats.org/officeDocument/2006/relationships/image" Target="../media/image4.jpeg"/><Relationship Id="rId23" Type="http://schemas.openxmlformats.org/officeDocument/2006/relationships/image" Target="../media/image29.svg"/><Relationship Id="rId10" Type="http://schemas.openxmlformats.org/officeDocument/2006/relationships/tags" Target="../tags/tag54.xml"/><Relationship Id="rId19" Type="http://schemas.openxmlformats.org/officeDocument/2006/relationships/image" Target="../media/image25.svg"/><Relationship Id="rId4" Type="http://schemas.openxmlformats.org/officeDocument/2006/relationships/tags" Target="../tags/tag48.xml"/><Relationship Id="rId9" Type="http://schemas.openxmlformats.org/officeDocument/2006/relationships/tags" Target="../tags/tag53.xml"/><Relationship Id="rId14" Type="http://schemas.openxmlformats.org/officeDocument/2006/relationships/notesSlide" Target="../notesSlides/notesSlide7.xml"/><Relationship Id="rId22" Type="http://schemas.openxmlformats.org/officeDocument/2006/relationships/image" Target="../media/image28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tags" Target="../tags/tag64.xml"/><Relationship Id="rId13" Type="http://schemas.openxmlformats.org/officeDocument/2006/relationships/image" Target="../media/image4.jpeg"/><Relationship Id="rId3" Type="http://schemas.openxmlformats.org/officeDocument/2006/relationships/tags" Target="../tags/tag59.xml"/><Relationship Id="rId7" Type="http://schemas.openxmlformats.org/officeDocument/2006/relationships/tags" Target="../tags/tag63.xml"/><Relationship Id="rId12" Type="http://schemas.openxmlformats.org/officeDocument/2006/relationships/notesSlide" Target="../notesSlides/notesSlide8.xml"/><Relationship Id="rId2" Type="http://schemas.openxmlformats.org/officeDocument/2006/relationships/tags" Target="../tags/tag58.xml"/><Relationship Id="rId1" Type="http://schemas.openxmlformats.org/officeDocument/2006/relationships/tags" Target="../tags/tag57.xml"/><Relationship Id="rId6" Type="http://schemas.openxmlformats.org/officeDocument/2006/relationships/tags" Target="../tags/tag62.xml"/><Relationship Id="rId11" Type="http://schemas.openxmlformats.org/officeDocument/2006/relationships/slideLayout" Target="../slideLayouts/slideLayout1.xml"/><Relationship Id="rId5" Type="http://schemas.openxmlformats.org/officeDocument/2006/relationships/tags" Target="../tags/tag61.xml"/><Relationship Id="rId15" Type="http://schemas.openxmlformats.org/officeDocument/2006/relationships/image" Target="../media/image2.png"/><Relationship Id="rId10" Type="http://schemas.openxmlformats.org/officeDocument/2006/relationships/tags" Target="../tags/tag66.xml"/><Relationship Id="rId4" Type="http://schemas.openxmlformats.org/officeDocument/2006/relationships/tags" Target="../tags/tag60.xml"/><Relationship Id="rId9" Type="http://schemas.openxmlformats.org/officeDocument/2006/relationships/tags" Target="../tags/tag65.xml"/><Relationship Id="rId14" Type="http://schemas.openxmlformats.org/officeDocument/2006/relationships/image" Target="../media/image5.jpe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tags" Target="../tags/tag74.xml"/><Relationship Id="rId13" Type="http://schemas.openxmlformats.org/officeDocument/2006/relationships/image" Target="../media/image5.jpeg"/><Relationship Id="rId3" Type="http://schemas.openxmlformats.org/officeDocument/2006/relationships/tags" Target="../tags/tag69.xml"/><Relationship Id="rId7" Type="http://schemas.openxmlformats.org/officeDocument/2006/relationships/tags" Target="../tags/tag73.xml"/><Relationship Id="rId12" Type="http://schemas.openxmlformats.org/officeDocument/2006/relationships/image" Target="../media/image4.jpeg"/><Relationship Id="rId2" Type="http://schemas.openxmlformats.org/officeDocument/2006/relationships/tags" Target="../tags/tag68.xml"/><Relationship Id="rId1" Type="http://schemas.openxmlformats.org/officeDocument/2006/relationships/tags" Target="../tags/tag67.xml"/><Relationship Id="rId6" Type="http://schemas.openxmlformats.org/officeDocument/2006/relationships/tags" Target="../tags/tag72.xml"/><Relationship Id="rId11" Type="http://schemas.openxmlformats.org/officeDocument/2006/relationships/notesSlide" Target="../notesSlides/notesSlide9.xml"/><Relationship Id="rId5" Type="http://schemas.openxmlformats.org/officeDocument/2006/relationships/tags" Target="../tags/tag71.xml"/><Relationship Id="rId10" Type="http://schemas.openxmlformats.org/officeDocument/2006/relationships/slideLayout" Target="../slideLayouts/slideLayout1.xml"/><Relationship Id="rId4" Type="http://schemas.openxmlformats.org/officeDocument/2006/relationships/tags" Target="../tags/tag70.xml"/><Relationship Id="rId9" Type="http://schemas.openxmlformats.org/officeDocument/2006/relationships/tags" Target="../tags/tag75.xml"/><Relationship Id="rId1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.xml"/><Relationship Id="rId3" Type="http://schemas.openxmlformats.org/officeDocument/2006/relationships/tags" Target="../tags/tag78.xml"/><Relationship Id="rId7" Type="http://schemas.openxmlformats.org/officeDocument/2006/relationships/tags" Target="../tags/tag82.xml"/><Relationship Id="rId2" Type="http://schemas.openxmlformats.org/officeDocument/2006/relationships/tags" Target="../tags/tag77.xml"/><Relationship Id="rId1" Type="http://schemas.openxmlformats.org/officeDocument/2006/relationships/tags" Target="../tags/tag76.xml"/><Relationship Id="rId6" Type="http://schemas.openxmlformats.org/officeDocument/2006/relationships/tags" Target="../tags/tag81.xml"/><Relationship Id="rId11" Type="http://schemas.openxmlformats.org/officeDocument/2006/relationships/image" Target="../media/image2.png"/><Relationship Id="rId5" Type="http://schemas.openxmlformats.org/officeDocument/2006/relationships/tags" Target="../tags/tag80.xml"/><Relationship Id="rId10" Type="http://schemas.openxmlformats.org/officeDocument/2006/relationships/image" Target="../media/image1.jpeg"/><Relationship Id="rId4" Type="http://schemas.openxmlformats.org/officeDocument/2006/relationships/tags" Target="../tags/tag79.xml"/><Relationship Id="rId9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1500188"/>
            <a:ext cx="8001000" cy="6667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5250"/>
              </a:lnSpc>
              <a:buNone/>
            </a:pPr>
            <a:r>
              <a:rPr lang="en-US" sz="375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EIII JOB BAND 答辩</a:t>
            </a:r>
            <a:endParaRPr lang="en-US" sz="3750" dirty="0"/>
          </a:p>
        </p:txBody>
      </p:sp>
      <p:sp>
        <p:nvSpPr>
          <p:cNvPr id="4" name="Text 1"/>
          <p:cNvSpPr/>
          <p:nvPr/>
        </p:nvSpPr>
        <p:spPr>
          <a:xfrm>
            <a:off x="571500" y="2243138"/>
            <a:ext cx="8001000" cy="4000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3150"/>
              </a:lnSpc>
              <a:buNone/>
            </a:pPr>
            <a:r>
              <a:rPr lang="en-US" sz="225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220336-吴成伟 SS-Alpha</a:t>
            </a:r>
            <a:endParaRPr lang="en-US" sz="2250" dirty="0"/>
          </a:p>
        </p:txBody>
      </p:sp>
      <p:sp>
        <p:nvSpPr>
          <p:cNvPr id="5" name="Shape 2"/>
          <p:cNvSpPr/>
          <p:nvPr/>
        </p:nvSpPr>
        <p:spPr>
          <a:xfrm>
            <a:off x="571500" y="2976563"/>
            <a:ext cx="604838" cy="1143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6" name="Text 3"/>
          <p:cNvSpPr/>
          <p:nvPr/>
        </p:nvSpPr>
        <p:spPr>
          <a:xfrm>
            <a:off x="571500" y="3424238"/>
            <a:ext cx="8001000" cy="2190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725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2026.3</a:t>
            </a:r>
            <a:endParaRPr lang="en-US" sz="1200" dirty="0"/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BDC45D65-E997-1E0A-2EF2-FAA6BCE0A4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8007" y="54486"/>
            <a:ext cx="958214" cy="538714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376A33A5-AB8C-0C0D-2681-2BAAD1E50A16}"/>
              </a:ext>
            </a:extLst>
          </p:cNvPr>
          <p:cNvSpPr txBox="1"/>
          <p:nvPr/>
        </p:nvSpPr>
        <p:spPr>
          <a:xfrm>
            <a:off x="6770108" y="4741218"/>
            <a:ext cx="371834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dirty="0"/>
              <a:t>Information Classification: Limited Access</a:t>
            </a:r>
            <a:endParaRPr lang="zh-CN" alt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CN" altLang="en-US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2952750" cy="51435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95300" y="2843925"/>
            <a:ext cx="1857375" cy="6667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5250"/>
              </a:lnSpc>
              <a:buNone/>
            </a:pPr>
            <a:r>
              <a:rPr lang="en-US" sz="375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content</a:t>
            </a:r>
            <a:endParaRPr lang="en-US" sz="3750" dirty="0"/>
          </a:p>
        </p:txBody>
      </p:sp>
      <p:sp>
        <p:nvSpPr>
          <p:cNvPr id="5" name="Text 2"/>
          <p:cNvSpPr/>
          <p:nvPr/>
        </p:nvSpPr>
        <p:spPr>
          <a:xfrm>
            <a:off x="495300" y="3586875"/>
            <a:ext cx="1809750" cy="4000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3150"/>
              </a:lnSpc>
              <a:buNone/>
            </a:pPr>
            <a:r>
              <a:rPr lang="en-US" sz="225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目录</a:t>
            </a:r>
            <a:endParaRPr lang="en-US" sz="2250" dirty="0"/>
          </a:p>
        </p:txBody>
      </p:sp>
      <p:sp>
        <p:nvSpPr>
          <p:cNvPr id="6" name="Text 3"/>
          <p:cNvSpPr/>
          <p:nvPr/>
        </p:nvSpPr>
        <p:spPr>
          <a:xfrm>
            <a:off x="3524250" y="1302544"/>
            <a:ext cx="352425" cy="3333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3038"/>
              </a:lnSpc>
              <a:buNone/>
            </a:pPr>
            <a:r>
              <a:rPr lang="en-US" sz="1875" b="1" dirty="0">
                <a:solidFill>
                  <a:srgbClr val="4784C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875" dirty="0"/>
          </a:p>
        </p:txBody>
      </p:sp>
      <p:sp>
        <p:nvSpPr>
          <p:cNvPr id="7" name="Text 4"/>
          <p:cNvSpPr/>
          <p:nvPr/>
        </p:nvSpPr>
        <p:spPr>
          <a:xfrm>
            <a:off x="3990975" y="1373981"/>
            <a:ext cx="1962150" cy="2095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>
              <a:lnSpc>
                <a:spcPts val="1650"/>
              </a:lnSpc>
            </a:pPr>
            <a:r>
              <a:rPr lang="zh-CN" altLang="en-US" sz="12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个人简介与目标</a:t>
            </a:r>
            <a:endParaRPr lang="en-US" altLang="zh-CN" sz="1200" dirty="0"/>
          </a:p>
        </p:txBody>
      </p:sp>
      <p:sp>
        <p:nvSpPr>
          <p:cNvPr id="8" name="Text 5"/>
          <p:cNvSpPr/>
          <p:nvPr/>
        </p:nvSpPr>
        <p:spPr>
          <a:xfrm>
            <a:off x="3990975" y="1621631"/>
            <a:ext cx="1962150" cy="2095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650"/>
              </a:lnSpc>
              <a:buNone/>
            </a:pP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6143625" y="1302544"/>
            <a:ext cx="352425" cy="3333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3038"/>
              </a:lnSpc>
              <a:buNone/>
            </a:pPr>
            <a:r>
              <a:rPr lang="en-US" sz="1875" b="1" dirty="0">
                <a:solidFill>
                  <a:srgbClr val="4784C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875" dirty="0"/>
          </a:p>
        </p:txBody>
      </p:sp>
      <p:sp>
        <p:nvSpPr>
          <p:cNvPr id="10" name="Text 7"/>
          <p:cNvSpPr/>
          <p:nvPr/>
        </p:nvSpPr>
        <p:spPr>
          <a:xfrm>
            <a:off x="6610350" y="1373981"/>
            <a:ext cx="1962150" cy="2095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>
              <a:lnSpc>
                <a:spcPts val="1650"/>
              </a:lnSpc>
            </a:pPr>
            <a:r>
              <a:rPr lang="zh-CN" altLang="en-US" sz="12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项目背景与架构能力</a:t>
            </a:r>
            <a:endParaRPr lang="en-US" altLang="zh-CN" sz="1200" dirty="0"/>
          </a:p>
        </p:txBody>
      </p:sp>
      <p:sp>
        <p:nvSpPr>
          <p:cNvPr id="11" name="Text 8"/>
          <p:cNvSpPr/>
          <p:nvPr/>
        </p:nvSpPr>
        <p:spPr>
          <a:xfrm>
            <a:off x="6610350" y="1621631"/>
            <a:ext cx="1962150" cy="2095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650"/>
              </a:lnSpc>
              <a:buNone/>
            </a:pP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3524250" y="1931194"/>
            <a:ext cx="352425" cy="3333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3038"/>
              </a:lnSpc>
              <a:buNone/>
            </a:pPr>
            <a:r>
              <a:rPr lang="en-US" sz="1875" b="1" dirty="0">
                <a:solidFill>
                  <a:srgbClr val="4784C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875" dirty="0"/>
          </a:p>
        </p:txBody>
      </p:sp>
      <p:sp>
        <p:nvSpPr>
          <p:cNvPr id="13" name="Text 10"/>
          <p:cNvSpPr/>
          <p:nvPr/>
        </p:nvSpPr>
        <p:spPr>
          <a:xfrm>
            <a:off x="3990975" y="2002631"/>
            <a:ext cx="1962150" cy="2095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>
              <a:lnSpc>
                <a:spcPts val="1650"/>
              </a:lnSpc>
            </a:pPr>
            <a:r>
              <a:rPr lang="zh-CN" altLang="en-US" sz="12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高质量交付的实践路径</a:t>
            </a:r>
            <a:endParaRPr lang="en-US" altLang="zh-CN" sz="1200" dirty="0"/>
          </a:p>
        </p:txBody>
      </p:sp>
      <p:sp>
        <p:nvSpPr>
          <p:cNvPr id="14" name="Text 11"/>
          <p:cNvSpPr/>
          <p:nvPr/>
        </p:nvSpPr>
        <p:spPr>
          <a:xfrm>
            <a:off x="3990975" y="2250281"/>
            <a:ext cx="1962150" cy="2095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650"/>
              </a:lnSpc>
              <a:buNone/>
            </a:pP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143625" y="1931194"/>
            <a:ext cx="352425" cy="3333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3038"/>
              </a:lnSpc>
              <a:buNone/>
            </a:pPr>
            <a:r>
              <a:rPr lang="en-US" sz="1875" b="1" dirty="0">
                <a:solidFill>
                  <a:srgbClr val="4784C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875" dirty="0"/>
          </a:p>
        </p:txBody>
      </p:sp>
      <p:sp>
        <p:nvSpPr>
          <p:cNvPr id="16" name="Text 13"/>
          <p:cNvSpPr/>
          <p:nvPr/>
        </p:nvSpPr>
        <p:spPr>
          <a:xfrm>
            <a:off x="6610350" y="2002631"/>
            <a:ext cx="1962150" cy="2095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>
              <a:lnSpc>
                <a:spcPts val="1650"/>
              </a:lnSpc>
            </a:pPr>
            <a:r>
              <a:rPr lang="zh-CN" altLang="en-US" sz="12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技术好奇心与执行力</a:t>
            </a:r>
            <a:endParaRPr lang="en-US" altLang="zh-CN" sz="1200" dirty="0"/>
          </a:p>
        </p:txBody>
      </p:sp>
      <p:sp>
        <p:nvSpPr>
          <p:cNvPr id="17" name="Text 14"/>
          <p:cNvSpPr/>
          <p:nvPr/>
        </p:nvSpPr>
        <p:spPr>
          <a:xfrm>
            <a:off x="6610350" y="2250281"/>
            <a:ext cx="1962150" cy="2095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650"/>
              </a:lnSpc>
              <a:buNone/>
            </a:pP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3524250" y="2559844"/>
            <a:ext cx="352425" cy="3333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3038"/>
              </a:lnSpc>
              <a:buNone/>
            </a:pPr>
            <a:r>
              <a:rPr lang="en-US" sz="1875" b="1" dirty="0">
                <a:solidFill>
                  <a:srgbClr val="4784C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1875" dirty="0"/>
          </a:p>
        </p:txBody>
      </p:sp>
      <p:sp>
        <p:nvSpPr>
          <p:cNvPr id="19" name="Text 16"/>
          <p:cNvSpPr/>
          <p:nvPr/>
        </p:nvSpPr>
        <p:spPr>
          <a:xfrm>
            <a:off x="3990975" y="2631281"/>
            <a:ext cx="1962150" cy="2095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>
              <a:lnSpc>
                <a:spcPts val="1650"/>
              </a:lnSpc>
            </a:pPr>
            <a:r>
              <a:rPr lang="zh-CN" altLang="en-US" sz="12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工具创新与效能提升</a:t>
            </a:r>
            <a:endParaRPr lang="en-US" altLang="zh-CN" sz="1200" b="1" dirty="0">
              <a:solidFill>
                <a:srgbClr val="000000"/>
              </a:solidFill>
              <a:latin typeface="Microsoft YaHei" pitchFamily="34" charset="0"/>
              <a:ea typeface="Microsoft YaHei" pitchFamily="34" charset="-122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3990975" y="2878931"/>
            <a:ext cx="1962150" cy="2095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650"/>
              </a:lnSpc>
              <a:buNone/>
            </a:pP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6610350" y="2631281"/>
            <a:ext cx="1962150" cy="2095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>
              <a:lnSpc>
                <a:spcPts val="1650"/>
              </a:lnSpc>
            </a:pPr>
            <a:endParaRPr lang="en-US" altLang="zh-CN" sz="1200" dirty="0"/>
          </a:p>
        </p:txBody>
      </p:sp>
      <p:sp>
        <p:nvSpPr>
          <p:cNvPr id="23" name="Text 20"/>
          <p:cNvSpPr/>
          <p:nvPr/>
        </p:nvSpPr>
        <p:spPr>
          <a:xfrm>
            <a:off x="6610350" y="2878931"/>
            <a:ext cx="1962150" cy="2095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650"/>
              </a:lnSpc>
              <a:buNone/>
            </a:pP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3990975" y="3507581"/>
            <a:ext cx="1962150" cy="2095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650"/>
              </a:lnSpc>
              <a:buNone/>
            </a:pPr>
            <a:endParaRPr lang="en-US" sz="1050" dirty="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83123788-AAAC-48FC-1BE1-BE7800272604}"/>
              </a:ext>
            </a:extLst>
          </p:cNvPr>
          <p:cNvSpPr txBox="1"/>
          <p:nvPr/>
        </p:nvSpPr>
        <p:spPr>
          <a:xfrm>
            <a:off x="6917064" y="4742334"/>
            <a:ext cx="371834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dirty="0"/>
              <a:t>Information Classification: Limited Access</a:t>
            </a:r>
            <a:endParaRPr lang="zh-CN" altLang="en-US" sz="900" dirty="0"/>
          </a:p>
        </p:txBody>
      </p:sp>
      <p:pic>
        <p:nvPicPr>
          <p:cNvPr id="30" name="图片 29">
            <a:extLst>
              <a:ext uri="{FF2B5EF4-FFF2-40B4-BE49-F238E27FC236}">
                <a16:creationId xmlns:a16="http://schemas.microsoft.com/office/drawing/2014/main" id="{0F799A7C-8466-F272-FC71-B52EDEE0DC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92429" y="80411"/>
            <a:ext cx="958214" cy="538714"/>
          </a:xfrm>
          <a:prstGeom prst="rect">
            <a:avLst/>
          </a:prstGeom>
        </p:spPr>
      </p:pic>
      <p:sp>
        <p:nvSpPr>
          <p:cNvPr id="21" name="Text 3">
            <a:extLst>
              <a:ext uri="{FF2B5EF4-FFF2-40B4-BE49-F238E27FC236}">
                <a16:creationId xmlns:a16="http://schemas.microsoft.com/office/drawing/2014/main" id="{D34DB2AE-4D26-DBD0-65FA-E5C757AB68CF}"/>
              </a:ext>
            </a:extLst>
          </p:cNvPr>
          <p:cNvSpPr/>
          <p:nvPr/>
        </p:nvSpPr>
        <p:spPr>
          <a:xfrm>
            <a:off x="6143625" y="2562938"/>
            <a:ext cx="352425" cy="3333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3038"/>
              </a:lnSpc>
              <a:buNone/>
            </a:pPr>
            <a:r>
              <a:rPr lang="en-US" sz="1875" b="1" dirty="0">
                <a:solidFill>
                  <a:srgbClr val="4784C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1875" dirty="0"/>
          </a:p>
        </p:txBody>
      </p:sp>
      <p:sp>
        <p:nvSpPr>
          <p:cNvPr id="24" name="Text 4">
            <a:extLst>
              <a:ext uri="{FF2B5EF4-FFF2-40B4-BE49-F238E27FC236}">
                <a16:creationId xmlns:a16="http://schemas.microsoft.com/office/drawing/2014/main" id="{1A4A9A9D-89CD-6B33-B0F4-4D382BAB8903}"/>
              </a:ext>
            </a:extLst>
          </p:cNvPr>
          <p:cNvSpPr/>
          <p:nvPr/>
        </p:nvSpPr>
        <p:spPr>
          <a:xfrm>
            <a:off x="6610350" y="2634375"/>
            <a:ext cx="1962150" cy="2095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>
              <a:lnSpc>
                <a:spcPts val="1650"/>
              </a:lnSpc>
            </a:pPr>
            <a:r>
              <a:rPr lang="en-US" altLang="zh-CN" sz="1200" b="1" dirty="0" err="1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未来</a:t>
            </a:r>
            <a:r>
              <a:rPr lang="zh-CN" altLang="en-US" sz="12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工作</a:t>
            </a:r>
            <a:r>
              <a:rPr lang="en-US" altLang="zh-CN" sz="1200" b="1" dirty="0" err="1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展望</a:t>
            </a:r>
            <a:endParaRPr lang="en-US" altLang="zh-CN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2465F9-C3FF-1364-7C17-AE5A4D924E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137C827-66B9-15D3-018D-6A9988996B18}"/>
              </a:ext>
            </a:extLst>
          </p:cNvPr>
          <p:cNvSpPr/>
          <p:nvPr/>
        </p:nvSpPr>
        <p:spPr>
          <a:xfrm>
            <a:off x="0" y="0"/>
            <a:ext cx="9144000" cy="5229225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3" name="Image 0" descr="preencoded.png">
            <a:extLst>
              <a:ext uri="{FF2B5EF4-FFF2-40B4-BE49-F238E27FC236}">
                <a16:creationId xmlns:a16="http://schemas.microsoft.com/office/drawing/2014/main" id="{763C8258-3DE0-8D5C-8E76-D14CC0772B47}"/>
              </a:ext>
            </a:extLst>
          </p:cNvPr>
          <p:cNvPicPr>
            <a:picLocks noChangeAspect="1"/>
          </p:cNvPicPr>
          <p:nvPr/>
        </p:nvPicPr>
        <p:blipFill>
          <a:blip r:embed="rId23"/>
          <a:srcRect l="820" r="820"/>
          <a:stretch/>
        </p:blipFill>
        <p:spPr>
          <a:xfrm>
            <a:off x="0" y="0"/>
            <a:ext cx="9144000" cy="5229225"/>
          </a:xfrm>
          <a:prstGeom prst="rect">
            <a:avLst/>
          </a:prstGeom>
        </p:spPr>
      </p:pic>
      <p:pic>
        <p:nvPicPr>
          <p:cNvPr id="4" name="Image 1" descr="preencoded.png">
            <a:extLst>
              <a:ext uri="{FF2B5EF4-FFF2-40B4-BE49-F238E27FC236}">
                <a16:creationId xmlns:a16="http://schemas.microsoft.com/office/drawing/2014/main" id="{5477D13C-3462-1F46-F9D3-EFFEF337B24A}"/>
              </a:ext>
            </a:extLst>
          </p:cNvPr>
          <p:cNvPicPr>
            <a:picLocks noChangeAspect="1"/>
          </p:cNvPicPr>
          <p:nvPr/>
        </p:nvPicPr>
        <p:blipFill>
          <a:blip r:embed="rId24"/>
          <a:srcRect t="3571" b="3571"/>
          <a:stretch/>
        </p:blipFill>
        <p:spPr>
          <a:xfrm>
            <a:off x="0" y="0"/>
            <a:ext cx="9144000" cy="1238250"/>
          </a:xfrm>
          <a:prstGeom prst="rect">
            <a:avLst/>
          </a:prstGeom>
        </p:spPr>
      </p:pic>
      <p:sp>
        <p:nvSpPr>
          <p:cNvPr id="6" name="Text 2">
            <a:extLst>
              <a:ext uri="{FF2B5EF4-FFF2-40B4-BE49-F238E27FC236}">
                <a16:creationId xmlns:a16="http://schemas.microsoft.com/office/drawing/2014/main" id="{7F28ED4D-AB61-C4E2-4672-BF8266EC1865}"/>
              </a:ext>
            </a:extLst>
          </p:cNvPr>
          <p:cNvSpPr/>
          <p:nvPr/>
        </p:nvSpPr>
        <p:spPr>
          <a:xfrm>
            <a:off x="571500" y="742950"/>
            <a:ext cx="8001000" cy="2095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650"/>
              </a:lnSpc>
              <a:buNone/>
            </a:pPr>
            <a:endParaRPr lang="en-US" sz="1200" dirty="0"/>
          </a:p>
        </p:txBody>
      </p:sp>
      <p:pic>
        <p:nvPicPr>
          <p:cNvPr id="34" name="图片 33">
            <a:extLst>
              <a:ext uri="{FF2B5EF4-FFF2-40B4-BE49-F238E27FC236}">
                <a16:creationId xmlns:a16="http://schemas.microsoft.com/office/drawing/2014/main" id="{85591E7C-5F9B-0D29-D318-80A1ABA34589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7992429" y="80411"/>
            <a:ext cx="958214" cy="538714"/>
          </a:xfrm>
          <a:prstGeom prst="rect">
            <a:avLst/>
          </a:prstGeom>
        </p:spPr>
      </p:pic>
      <p:sp>
        <p:nvSpPr>
          <p:cNvPr id="36" name="Text 0">
            <a:extLst>
              <a:ext uri="{FF2B5EF4-FFF2-40B4-BE49-F238E27FC236}">
                <a16:creationId xmlns:a16="http://schemas.microsoft.com/office/drawing/2014/main" id="{D156929D-C01E-A535-66A8-F5439363DF4C}"/>
              </a:ext>
            </a:extLst>
          </p:cNvPr>
          <p:cNvSpPr/>
          <p:nvPr/>
        </p:nvSpPr>
        <p:spPr>
          <a:xfrm>
            <a:off x="571500" y="462562"/>
            <a:ext cx="8001000" cy="6667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5250"/>
              </a:lnSpc>
              <a:buNone/>
            </a:pPr>
            <a:endParaRPr lang="en-US" sz="1200" dirty="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FDFCFD55-1FD3-8EB0-8E08-8DA39D9ED7BE}"/>
              </a:ext>
            </a:extLst>
          </p:cNvPr>
          <p:cNvSpPr txBox="1"/>
          <p:nvPr/>
        </p:nvSpPr>
        <p:spPr>
          <a:xfrm>
            <a:off x="6887673" y="4856634"/>
            <a:ext cx="371834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dirty="0"/>
              <a:t>Information Classification: Limited Access</a:t>
            </a:r>
            <a:endParaRPr lang="zh-CN" altLang="en-US" sz="900" dirty="0"/>
          </a:p>
        </p:txBody>
      </p:sp>
      <p:grpSp>
        <p:nvGrpSpPr>
          <p:cNvPr id="33" name="组合 4">
            <a:extLst>
              <a:ext uri="{FF2B5EF4-FFF2-40B4-BE49-F238E27FC236}">
                <a16:creationId xmlns:a16="http://schemas.microsoft.com/office/drawing/2014/main" id="{AAB1CDB6-2936-2A2C-CBB3-F27EF62231E7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1118850" y="1341148"/>
            <a:ext cx="6579730" cy="3204182"/>
            <a:chOff x="2565094" y="2397760"/>
            <a:chExt cx="5173074" cy="2519172"/>
          </a:xfrm>
        </p:grpSpPr>
        <p:cxnSp>
          <p:nvCxnSpPr>
            <p:cNvPr id="35" name="0">
              <a:extLst>
                <a:ext uri="{FF2B5EF4-FFF2-40B4-BE49-F238E27FC236}">
                  <a16:creationId xmlns:a16="http://schemas.microsoft.com/office/drawing/2014/main" id="{01BE5BF7-C641-B4F7-D672-6978A7557F0F}"/>
                </a:ext>
              </a:extLst>
            </p:cNvPr>
            <p:cNvCxnSpPr>
              <a:cxnSpLocks/>
              <a:stCxn id="53" idx="3"/>
              <a:endCxn id="41" idx="1"/>
            </p:cNvCxnSpPr>
            <p:nvPr/>
          </p:nvCxnSpPr>
          <p:spPr>
            <a:xfrm>
              <a:off x="3960692" y="2614323"/>
              <a:ext cx="2381878" cy="0"/>
            </a:xfrm>
            <a:prstGeom prst="line">
              <a:avLst/>
            </a:prstGeom>
            <a:ln w="12700">
              <a:solidFill>
                <a:schemeClr val="tx1">
                  <a:lumMod val="50000"/>
                  <a:lumOff val="50000"/>
                </a:scheme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8" name="组合 1">
              <a:extLst>
                <a:ext uri="{FF2B5EF4-FFF2-40B4-BE49-F238E27FC236}">
                  <a16:creationId xmlns:a16="http://schemas.microsoft.com/office/drawing/2014/main" id="{B888460A-BC9A-A48E-3E11-8717BF22F657}"/>
                </a:ext>
              </a:extLst>
            </p:cNvPr>
            <p:cNvGrpSpPr/>
            <p:nvPr/>
          </p:nvGrpSpPr>
          <p:grpSpPr>
            <a:xfrm>
              <a:off x="2565094" y="2397760"/>
              <a:ext cx="1395598" cy="2519172"/>
              <a:chOff x="679612" y="2397760"/>
              <a:chExt cx="1395598" cy="2519172"/>
            </a:xfrm>
          </p:grpSpPr>
          <p:sp>
            <p:nvSpPr>
              <p:cNvPr id="53" name="Title-1">
                <a:extLst>
                  <a:ext uri="{FF2B5EF4-FFF2-40B4-BE49-F238E27FC236}">
                    <a16:creationId xmlns:a16="http://schemas.microsoft.com/office/drawing/2014/main" id="{6F34F359-0FCC-AE09-CA93-E71DD4D213AF}"/>
                  </a:ext>
                </a:extLst>
              </p:cNvPr>
              <p:cNvSpPr/>
              <p:nvPr>
                <p:custDataLst>
                  <p:tags r:id="rId18"/>
                </p:custDataLst>
              </p:nvPr>
            </p:nvSpPr>
            <p:spPr>
              <a:xfrm>
                <a:off x="679612" y="2397760"/>
                <a:ext cx="1395598" cy="433125"/>
              </a:xfrm>
              <a:prstGeom prst="roundRect">
                <a:avLst>
                  <a:gd name="adj" fmla="val 50000"/>
                </a:avLst>
              </a:prstGeom>
              <a:ln>
                <a:noFill/>
              </a:ln>
              <a:effectLst>
                <a:outerShdw blurRad="63500" dist="63500" dir="5400000" algn="t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>
                <a:noAutofit/>
              </a:bodyPr>
              <a:lstStyle/>
              <a:p>
                <a:pPr algn="ctr"/>
                <a:r>
                  <a:rPr lang="zh-CN" altLang="en-US" b="1" dirty="0">
                    <a:latin typeface="+mj-ea"/>
                    <a:ea typeface="+mj-ea"/>
                  </a:rPr>
                  <a:t>基本信息</a:t>
                </a:r>
              </a:p>
            </p:txBody>
          </p:sp>
          <p:sp>
            <p:nvSpPr>
              <p:cNvPr id="54" name="1">
                <a:extLst>
                  <a:ext uri="{FF2B5EF4-FFF2-40B4-BE49-F238E27FC236}">
                    <a16:creationId xmlns:a16="http://schemas.microsoft.com/office/drawing/2014/main" id="{EF909C1A-DE20-CA5D-B7EF-983D24A3718C}"/>
                  </a:ext>
                </a:extLst>
              </p:cNvPr>
              <p:cNvSpPr/>
              <p:nvPr/>
            </p:nvSpPr>
            <p:spPr>
              <a:xfrm>
                <a:off x="679612" y="3367024"/>
                <a:ext cx="1395598" cy="1549908"/>
              </a:xfrm>
              <a:prstGeom prst="roundRect">
                <a:avLst>
                  <a:gd name="adj" fmla="val 7931"/>
                </a:avLst>
              </a:prstGeom>
              <a:solidFill>
                <a:schemeClr val="bg1"/>
              </a:solidFill>
              <a:ln>
                <a:noFill/>
              </a:ln>
              <a:effectLst>
                <a:outerShdw blurRad="139700" dist="38100" dir="5400000" algn="t" rotWithShape="0">
                  <a:schemeClr val="accent1">
                    <a:alpha val="24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pic>
            <p:nvPicPr>
              <p:cNvPr id="55" name="Image-1">
                <a:extLst>
                  <a:ext uri="{FF2B5EF4-FFF2-40B4-BE49-F238E27FC236}">
                    <a16:creationId xmlns:a16="http://schemas.microsoft.com/office/drawing/2014/main" id="{EC8D6EB0-633F-E149-4B92-99AEE0E3FA98}"/>
                  </a:ext>
                </a:extLst>
              </p:cNvPr>
              <p:cNvPicPr>
                <a:picLocks noChangeAspect="1"/>
              </p:cNvPicPr>
              <p:nvPr>
                <p:custDataLst>
                  <p:tags r:id="rId19"/>
                </p:custDataLst>
              </p:nvPr>
            </p:nvPicPr>
            <p:blipFill>
              <a:blip r:embed="rId26">
                <a:extLst>
                  <a:ext uri="{96DAC541-7B7A-43D3-8B79-37D633B846F1}">
                    <asvg:svgBlip xmlns:asvg="http://schemas.microsoft.com/office/drawing/2016/SVG/main" r:embed="rId27"/>
                  </a:ext>
                </a:extLst>
              </a:blip>
              <a:stretch>
                <a:fillRect/>
              </a:stretch>
            </p:blipFill>
            <p:spPr>
              <a:xfrm>
                <a:off x="1261051" y="3494197"/>
                <a:ext cx="232718" cy="241862"/>
              </a:xfrm>
              <a:prstGeom prst="rect">
                <a:avLst/>
              </a:prstGeom>
            </p:spPr>
          </p:pic>
          <p:sp>
            <p:nvSpPr>
              <p:cNvPr id="56" name="Body-1">
                <a:extLst>
                  <a:ext uri="{FF2B5EF4-FFF2-40B4-BE49-F238E27FC236}">
                    <a16:creationId xmlns:a16="http://schemas.microsoft.com/office/drawing/2014/main" id="{B8493902-F0E2-7900-643A-951C89789C7A}"/>
                  </a:ext>
                </a:extLst>
              </p:cNvPr>
              <p:cNvSpPr txBox="1"/>
              <p:nvPr>
                <p:custDataLst>
                  <p:tags r:id="rId20"/>
                </p:custDataLst>
              </p:nvPr>
            </p:nvSpPr>
            <p:spPr>
              <a:xfrm>
                <a:off x="797085" y="3829618"/>
                <a:ext cx="1160650" cy="993755"/>
              </a:xfrm>
              <a:prstGeom prst="rect">
                <a:avLst/>
              </a:prstGeom>
              <a:noFill/>
            </p:spPr>
            <p:txBody>
              <a:bodyPr wrap="square" lIns="0" rIns="0" rtlCol="0">
                <a:noAutofit/>
              </a:bodyPr>
              <a:lstStyle/>
              <a:p>
                <a:pPr>
                  <a:lnSpc>
                    <a:spcPts val="1650"/>
                  </a:lnSpc>
                </a:pPr>
                <a:r>
                  <a:rPr lang="zh-CN" altLang="en-US" sz="1200" dirty="0">
                    <a:solidFill>
                      <a:srgbClr val="666666"/>
                    </a:solidFill>
                    <a:latin typeface="Microsoft YaHei" pitchFamily="34" charset="0"/>
                    <a:ea typeface="Microsoft YaHei" pitchFamily="34" charset="-122"/>
                    <a:cs typeface="Microsoft YaHei" pitchFamily="34" charset="-120"/>
                  </a:rPr>
                  <a:t>姓名</a:t>
                </a:r>
                <a:r>
                  <a:rPr lang="en-US" altLang="zh-CN" sz="1200" dirty="0">
                    <a:solidFill>
                      <a:srgbClr val="666666"/>
                    </a:solidFill>
                    <a:latin typeface="Microsoft YaHei" pitchFamily="34" charset="0"/>
                    <a:ea typeface="Microsoft YaHei" pitchFamily="34" charset="-122"/>
                    <a:cs typeface="Microsoft YaHei" pitchFamily="34" charset="-120"/>
                  </a:rPr>
                  <a:t>: </a:t>
                </a:r>
                <a:r>
                  <a:rPr lang="zh-CN" altLang="en-US" sz="1200" dirty="0">
                    <a:solidFill>
                      <a:srgbClr val="666666"/>
                    </a:solidFill>
                    <a:latin typeface="Microsoft YaHei" pitchFamily="34" charset="0"/>
                    <a:ea typeface="Microsoft YaHei" pitchFamily="34" charset="-122"/>
                    <a:cs typeface="Microsoft YaHei" pitchFamily="34" charset="-120"/>
                  </a:rPr>
                  <a:t>吴成伟</a:t>
                </a:r>
                <a:br>
                  <a:rPr lang="en-US" altLang="zh-CN" sz="1200" dirty="0">
                    <a:solidFill>
                      <a:srgbClr val="666666"/>
                    </a:solidFill>
                    <a:latin typeface="Microsoft YaHei" pitchFamily="34" charset="0"/>
                    <a:ea typeface="Microsoft YaHei" pitchFamily="34" charset="-122"/>
                    <a:cs typeface="Microsoft YaHei" pitchFamily="34" charset="-120"/>
                  </a:rPr>
                </a:br>
                <a:r>
                  <a:rPr lang="zh-CN" altLang="en-US" sz="1200" dirty="0">
                    <a:solidFill>
                      <a:srgbClr val="666666"/>
                    </a:solidFill>
                    <a:latin typeface="Microsoft YaHei" pitchFamily="34" charset="0"/>
                    <a:ea typeface="Microsoft YaHei" pitchFamily="34" charset="-122"/>
                    <a:cs typeface="Microsoft YaHei" pitchFamily="34" charset="-120"/>
                  </a:rPr>
                  <a:t>当前职位</a:t>
                </a:r>
                <a:r>
                  <a:rPr lang="en-US" altLang="zh-CN" sz="1200" dirty="0">
                    <a:solidFill>
                      <a:srgbClr val="666666"/>
                    </a:solidFill>
                    <a:latin typeface="Microsoft YaHei" pitchFamily="34" charset="0"/>
                    <a:ea typeface="Microsoft YaHei" pitchFamily="34" charset="-122"/>
                    <a:cs typeface="Microsoft YaHei" pitchFamily="34" charset="-120"/>
                  </a:rPr>
                  <a:t>: </a:t>
                </a:r>
                <a:r>
                  <a:rPr lang="en-US" altLang="zh-CN" sz="1200" dirty="0">
                    <a:solidFill>
                      <a:srgbClr val="666666"/>
                    </a:solidFill>
                    <a:latin typeface="Microsoft YaHei" pitchFamily="34" charset="0"/>
                    <a:ea typeface="Microsoft YaHei" pitchFamily="34" charset="-122"/>
                  </a:rPr>
                  <a:t>EII</a:t>
                </a:r>
                <a:br>
                  <a:rPr lang="en-US" altLang="zh-CN" sz="1200" dirty="0">
                    <a:solidFill>
                      <a:srgbClr val="666666"/>
                    </a:solidFill>
                    <a:latin typeface="Microsoft YaHei" pitchFamily="34" charset="0"/>
                    <a:ea typeface="Microsoft YaHei" pitchFamily="34" charset="-122"/>
                  </a:rPr>
                </a:br>
                <a:r>
                  <a:rPr lang="zh-CN" altLang="en-US" sz="1200" dirty="0">
                    <a:solidFill>
                      <a:srgbClr val="666666"/>
                    </a:solidFill>
                    <a:latin typeface="Microsoft YaHei" pitchFamily="34" charset="0"/>
                    <a:ea typeface="Microsoft YaHei" pitchFamily="34" charset="-122"/>
                  </a:rPr>
                  <a:t>入职时间</a:t>
                </a:r>
                <a:r>
                  <a:rPr lang="en-US" altLang="zh-CN" sz="1200" dirty="0">
                    <a:solidFill>
                      <a:srgbClr val="666666"/>
                    </a:solidFill>
                    <a:latin typeface="Microsoft YaHei" pitchFamily="34" charset="0"/>
                    <a:ea typeface="Microsoft YaHei" pitchFamily="34" charset="-122"/>
                  </a:rPr>
                  <a:t>: 2022</a:t>
                </a:r>
                <a:r>
                  <a:rPr lang="zh-CN" altLang="en-US" sz="1200" dirty="0">
                    <a:solidFill>
                      <a:srgbClr val="666666"/>
                    </a:solidFill>
                    <a:latin typeface="Microsoft YaHei" pitchFamily="34" charset="0"/>
                    <a:ea typeface="Microsoft YaHei" pitchFamily="34" charset="-122"/>
                  </a:rPr>
                  <a:t>年</a:t>
                </a:r>
                <a:r>
                  <a:rPr lang="en-US" altLang="zh-CN" sz="1200" dirty="0">
                    <a:solidFill>
                      <a:srgbClr val="666666"/>
                    </a:solidFill>
                    <a:latin typeface="Microsoft YaHei" pitchFamily="34" charset="0"/>
                    <a:ea typeface="Microsoft YaHei" pitchFamily="34" charset="-122"/>
                  </a:rPr>
                  <a:t>4</a:t>
                </a:r>
                <a:r>
                  <a:rPr lang="zh-CN" altLang="en-US" sz="1200" dirty="0">
                    <a:solidFill>
                      <a:srgbClr val="666666"/>
                    </a:solidFill>
                    <a:latin typeface="Microsoft YaHei" pitchFamily="34" charset="0"/>
                    <a:ea typeface="Microsoft YaHei" pitchFamily="34" charset="-122"/>
                  </a:rPr>
                  <a:t>月</a:t>
                </a:r>
                <a:endParaRPr lang="en-US" altLang="zh-CN" sz="1200" dirty="0">
                  <a:solidFill>
                    <a:srgbClr val="666666"/>
                  </a:solidFill>
                  <a:latin typeface="Microsoft YaHei" pitchFamily="34" charset="0"/>
                  <a:ea typeface="Microsoft YaHei" pitchFamily="34" charset="-122"/>
                </a:endParaRPr>
              </a:p>
            </p:txBody>
          </p:sp>
          <p:sp>
            <p:nvSpPr>
              <p:cNvPr id="57" name="1">
                <a:extLst>
                  <a:ext uri="{FF2B5EF4-FFF2-40B4-BE49-F238E27FC236}">
                    <a16:creationId xmlns:a16="http://schemas.microsoft.com/office/drawing/2014/main" id="{EBB7981A-A9F9-5FBA-476B-7E802B0AB405}"/>
                  </a:ext>
                </a:extLst>
              </p:cNvPr>
              <p:cNvSpPr/>
              <p:nvPr/>
            </p:nvSpPr>
            <p:spPr>
              <a:xfrm rot="10800000">
                <a:off x="1145194" y="3076891"/>
                <a:ext cx="464434" cy="121158"/>
              </a:xfrm>
              <a:prstGeom prst="triangle">
                <a:avLst/>
              </a:prstGeom>
              <a:gradFill>
                <a:gsLst>
                  <a:gs pos="0">
                    <a:schemeClr val="bg1"/>
                  </a:gs>
                  <a:gs pos="100000">
                    <a:schemeClr val="accent1"/>
                  </a:gs>
                </a:gsLst>
                <a:lin ang="16200000" scaled="1"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sp>
            <p:nvSpPr>
              <p:cNvPr id="58" name="1">
                <a:extLst>
                  <a:ext uri="{FF2B5EF4-FFF2-40B4-BE49-F238E27FC236}">
                    <a16:creationId xmlns:a16="http://schemas.microsoft.com/office/drawing/2014/main" id="{BE57E487-8C21-A781-96B2-3DC84B080CB4}"/>
                  </a:ext>
                </a:extLst>
              </p:cNvPr>
              <p:cNvSpPr/>
              <p:nvPr/>
            </p:nvSpPr>
            <p:spPr>
              <a:xfrm rot="10800000">
                <a:off x="1145194" y="2987273"/>
                <a:ext cx="464434" cy="121158"/>
              </a:xfrm>
              <a:prstGeom prst="triangle">
                <a:avLst/>
              </a:prstGeom>
              <a:gradFill>
                <a:gsLst>
                  <a:gs pos="0">
                    <a:schemeClr val="bg1"/>
                  </a:gs>
                  <a:gs pos="100000">
                    <a:schemeClr val="accent1"/>
                  </a:gs>
                </a:gsLst>
                <a:lin ang="16200000" scaled="1"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>
                <a:noAutofit/>
              </a:bodyPr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39" name="组合 2">
              <a:extLst>
                <a:ext uri="{FF2B5EF4-FFF2-40B4-BE49-F238E27FC236}">
                  <a16:creationId xmlns:a16="http://schemas.microsoft.com/office/drawing/2014/main" id="{36432808-4043-2B27-E19B-30A7269306C6}"/>
                </a:ext>
              </a:extLst>
            </p:cNvPr>
            <p:cNvGrpSpPr/>
            <p:nvPr/>
          </p:nvGrpSpPr>
          <p:grpSpPr>
            <a:xfrm>
              <a:off x="4453832" y="2397761"/>
              <a:ext cx="1507260" cy="2519171"/>
              <a:chOff x="2568350" y="2397761"/>
              <a:chExt cx="1507260" cy="2519171"/>
            </a:xfrm>
          </p:grpSpPr>
          <p:sp>
            <p:nvSpPr>
              <p:cNvPr id="47" name="Title-2">
                <a:extLst>
                  <a:ext uri="{FF2B5EF4-FFF2-40B4-BE49-F238E27FC236}">
                    <a16:creationId xmlns:a16="http://schemas.microsoft.com/office/drawing/2014/main" id="{53BA6F7B-E1F8-1EF1-D25B-B5D0F15C6183}"/>
                  </a:ext>
                </a:extLst>
              </p:cNvPr>
              <p:cNvSpPr/>
              <p:nvPr>
                <p:custDataLst>
                  <p:tags r:id="rId15"/>
                </p:custDataLst>
              </p:nvPr>
            </p:nvSpPr>
            <p:spPr>
              <a:xfrm>
                <a:off x="2568350" y="2397761"/>
                <a:ext cx="1507260" cy="420538"/>
              </a:xfrm>
              <a:prstGeom prst="roundRect">
                <a:avLst>
                  <a:gd name="adj" fmla="val 50000"/>
                </a:avLst>
              </a:prstGeom>
              <a:solidFill>
                <a:schemeClr val="accent2"/>
              </a:solidFill>
              <a:ln>
                <a:noFill/>
              </a:ln>
              <a:effectLst>
                <a:outerShdw blurRad="63500" dist="63500" dir="5400000" algn="t" rotWithShape="0">
                  <a:schemeClr val="accent2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>
                <a:noAutofit/>
              </a:bodyPr>
              <a:lstStyle/>
              <a:p>
                <a:pPr algn="ctr"/>
                <a:r>
                  <a:rPr lang="zh-CN" altLang="en-US" b="1" dirty="0">
                    <a:latin typeface="+mj-ea"/>
                    <a:ea typeface="+mj-ea"/>
                  </a:rPr>
                  <a:t>个人技术栈</a:t>
                </a:r>
              </a:p>
            </p:txBody>
          </p:sp>
          <p:sp>
            <p:nvSpPr>
              <p:cNvPr id="48" name="2">
                <a:extLst>
                  <a:ext uri="{FF2B5EF4-FFF2-40B4-BE49-F238E27FC236}">
                    <a16:creationId xmlns:a16="http://schemas.microsoft.com/office/drawing/2014/main" id="{A4573716-547F-AB7C-4760-C2E6AA0C362C}"/>
                  </a:ext>
                </a:extLst>
              </p:cNvPr>
              <p:cNvSpPr/>
              <p:nvPr/>
            </p:nvSpPr>
            <p:spPr>
              <a:xfrm>
                <a:off x="2568350" y="3367024"/>
                <a:ext cx="1395598" cy="1549908"/>
              </a:xfrm>
              <a:prstGeom prst="roundRect">
                <a:avLst>
                  <a:gd name="adj" fmla="val 7931"/>
                </a:avLst>
              </a:prstGeom>
              <a:solidFill>
                <a:schemeClr val="bg1"/>
              </a:solidFill>
              <a:ln>
                <a:noFill/>
              </a:ln>
              <a:effectLst>
                <a:outerShdw blurRad="139700" dist="38100" dir="5400000" algn="t" rotWithShape="0">
                  <a:schemeClr val="accent2">
                    <a:alpha val="24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pic>
            <p:nvPicPr>
              <p:cNvPr id="49" name="Image-2">
                <a:extLst>
                  <a:ext uri="{FF2B5EF4-FFF2-40B4-BE49-F238E27FC236}">
                    <a16:creationId xmlns:a16="http://schemas.microsoft.com/office/drawing/2014/main" id="{69BEFBFB-B57E-82D0-DED2-84AA24CF6C83}"/>
                  </a:ext>
                </a:extLst>
              </p:cNvPr>
              <p:cNvPicPr>
                <a:picLocks noChangeAspect="1"/>
              </p:cNvPicPr>
              <p:nvPr>
                <p:custDataLst>
                  <p:tags r:id="rId16"/>
                </p:custDataLst>
              </p:nvPr>
            </p:nvPicPr>
            <p:blipFill>
              <a:blip r:embed="rId28">
                <a:extLst>
                  <a:ext uri="{96DAC541-7B7A-43D3-8B79-37D633B846F1}">
                    <asvg:svgBlip xmlns:asvg="http://schemas.microsoft.com/office/drawing/2016/SVG/main" r:embed="rId29"/>
                  </a:ext>
                </a:extLst>
              </a:blip>
              <a:stretch>
                <a:fillRect/>
              </a:stretch>
            </p:blipFill>
            <p:spPr>
              <a:xfrm>
                <a:off x="3149789" y="3494197"/>
                <a:ext cx="232718" cy="241862"/>
              </a:xfrm>
              <a:prstGeom prst="rect">
                <a:avLst/>
              </a:prstGeom>
            </p:spPr>
          </p:pic>
          <p:sp>
            <p:nvSpPr>
              <p:cNvPr id="50" name="Body-2">
                <a:extLst>
                  <a:ext uri="{FF2B5EF4-FFF2-40B4-BE49-F238E27FC236}">
                    <a16:creationId xmlns:a16="http://schemas.microsoft.com/office/drawing/2014/main" id="{5EB02B4B-550B-D048-DA43-62D95A62124E}"/>
                  </a:ext>
                </a:extLst>
              </p:cNvPr>
              <p:cNvSpPr txBox="1"/>
              <p:nvPr>
                <p:custDataLst>
                  <p:tags r:id="rId17"/>
                </p:custDataLst>
              </p:nvPr>
            </p:nvSpPr>
            <p:spPr>
              <a:xfrm>
                <a:off x="2685823" y="3829618"/>
                <a:ext cx="1160650" cy="993755"/>
              </a:xfrm>
              <a:prstGeom prst="rect">
                <a:avLst/>
              </a:prstGeom>
              <a:noFill/>
            </p:spPr>
            <p:txBody>
              <a:bodyPr wrap="square" lIns="0" rIns="0" rtlCol="0">
                <a:noAutofit/>
              </a:bodyPr>
              <a:lstStyle/>
              <a:p>
                <a:pPr>
                  <a:lnSpc>
                    <a:spcPts val="1650"/>
                  </a:lnSpc>
                </a:pPr>
                <a:r>
                  <a:rPr lang="en-US" altLang="zh-CN" sz="1200" dirty="0" err="1">
                    <a:solidFill>
                      <a:srgbClr val="666666"/>
                    </a:solidFill>
                    <a:latin typeface="Microsoft YaHei" pitchFamily="34" charset="0"/>
                    <a:ea typeface="Microsoft YaHei" pitchFamily="34" charset="-122"/>
                  </a:rPr>
                  <a:t>熟练掌握SpringBoot</a:t>
                </a:r>
                <a:r>
                  <a:rPr lang="zh-CN" altLang="en-US" sz="1200" dirty="0">
                    <a:solidFill>
                      <a:srgbClr val="666666"/>
                    </a:solidFill>
                    <a:latin typeface="Microsoft YaHei" pitchFamily="34" charset="0"/>
                    <a:ea typeface="Microsoft YaHei" pitchFamily="34" charset="-122"/>
                  </a:rPr>
                  <a:t>、</a:t>
                </a:r>
                <a:r>
                  <a:rPr lang="en-US" altLang="zh-CN" sz="1200" dirty="0" err="1">
                    <a:solidFill>
                      <a:srgbClr val="666666"/>
                    </a:solidFill>
                    <a:latin typeface="Microsoft YaHei" pitchFamily="34" charset="0"/>
                    <a:ea typeface="Microsoft YaHei" pitchFamily="34" charset="-122"/>
                  </a:rPr>
                  <a:t>MyBatis</a:t>
                </a:r>
                <a:r>
                  <a:rPr lang="zh-CN" altLang="en-US" sz="1200" dirty="0">
                    <a:solidFill>
                      <a:srgbClr val="666666"/>
                    </a:solidFill>
                    <a:latin typeface="Microsoft YaHei" pitchFamily="34" charset="0"/>
                    <a:ea typeface="Microsoft YaHei" pitchFamily="34" charset="-122"/>
                  </a:rPr>
                  <a:t>、</a:t>
                </a:r>
                <a:r>
                  <a:rPr lang="en-US" altLang="zh-CN" sz="1200" dirty="0" err="1">
                    <a:solidFill>
                      <a:srgbClr val="666666"/>
                    </a:solidFill>
                    <a:latin typeface="Microsoft YaHei" pitchFamily="34" charset="0"/>
                    <a:ea typeface="Microsoft YaHei" pitchFamily="34" charset="-122"/>
                  </a:rPr>
                  <a:t>Kafka、</a:t>
                </a:r>
                <a:r>
                  <a:rPr lang="en-US" altLang="zh-CN" sz="1200" dirty="0" err="1">
                    <a:solidFill>
                      <a:srgbClr val="666666"/>
                    </a:solidFill>
                    <a:latin typeface="Microsoft YaHei" pitchFamily="34" charset="0"/>
                    <a:ea typeface="Microsoft YaHei" pitchFamily="34" charset="-122"/>
                    <a:cs typeface="Microsoft YaHei" pitchFamily="34" charset="-120"/>
                  </a:rPr>
                  <a:t>Redis</a:t>
                </a:r>
                <a:br>
                  <a:rPr lang="en-US" altLang="zh-CN" sz="1200" dirty="0">
                    <a:solidFill>
                      <a:srgbClr val="666666"/>
                    </a:solidFill>
                    <a:latin typeface="Microsoft YaHei" pitchFamily="34" charset="0"/>
                    <a:ea typeface="Microsoft YaHei" pitchFamily="34" charset="-122"/>
                    <a:cs typeface="Microsoft YaHei" pitchFamily="34" charset="-120"/>
                  </a:rPr>
                </a:br>
                <a:r>
                  <a:rPr lang="en-US" altLang="zh-CN" sz="1200" dirty="0" err="1">
                    <a:solidFill>
                      <a:srgbClr val="666666"/>
                    </a:solidFill>
                    <a:latin typeface="Microsoft YaHei" pitchFamily="34" charset="0"/>
                    <a:ea typeface="Microsoft YaHei" pitchFamily="34" charset="-122"/>
                    <a:cs typeface="Microsoft YaHei" pitchFamily="34" charset="-120"/>
                  </a:rPr>
                  <a:t>熟悉CI</a:t>
                </a:r>
                <a:r>
                  <a:rPr lang="en-US" altLang="zh-CN" sz="1200" dirty="0">
                    <a:solidFill>
                      <a:srgbClr val="666666"/>
                    </a:solidFill>
                    <a:latin typeface="Microsoft YaHei" pitchFamily="34" charset="0"/>
                    <a:ea typeface="Microsoft YaHei" pitchFamily="34" charset="-122"/>
                    <a:cs typeface="Microsoft YaHei" pitchFamily="34" charset="-120"/>
                  </a:rPr>
                  <a:t>/</a:t>
                </a:r>
                <a:r>
                  <a:rPr lang="en-US" altLang="zh-CN" sz="1200" dirty="0" err="1">
                    <a:solidFill>
                      <a:srgbClr val="666666"/>
                    </a:solidFill>
                    <a:latin typeface="Microsoft YaHei" pitchFamily="34" charset="0"/>
                    <a:ea typeface="Microsoft YaHei" pitchFamily="34" charset="-122"/>
                    <a:cs typeface="Microsoft YaHei" pitchFamily="34" charset="-120"/>
                  </a:rPr>
                  <a:t>CD流程及Azure</a:t>
                </a:r>
                <a:r>
                  <a:rPr lang="en-US" altLang="zh-CN" sz="1200" dirty="0">
                    <a:solidFill>
                      <a:srgbClr val="666666"/>
                    </a:solidFill>
                    <a:latin typeface="Microsoft YaHei" pitchFamily="34" charset="0"/>
                    <a:ea typeface="Microsoft YaHei" pitchFamily="34" charset="-122"/>
                    <a:cs typeface="Microsoft YaHei" pitchFamily="34" charset="-120"/>
                  </a:rPr>
                  <a:t> </a:t>
                </a:r>
                <a:r>
                  <a:rPr lang="en-US" altLang="zh-CN" sz="1200" dirty="0" err="1">
                    <a:solidFill>
                      <a:srgbClr val="666666"/>
                    </a:solidFill>
                    <a:latin typeface="Microsoft YaHei" pitchFamily="34" charset="0"/>
                    <a:ea typeface="Microsoft YaHei" pitchFamily="34" charset="-122"/>
                    <a:cs typeface="Microsoft YaHei" pitchFamily="34" charset="-120"/>
                  </a:rPr>
                  <a:t>AKS容器化部署</a:t>
                </a:r>
                <a:endParaRPr lang="en-US" altLang="zh-CN" sz="1200" dirty="0"/>
              </a:p>
            </p:txBody>
          </p:sp>
          <p:sp>
            <p:nvSpPr>
              <p:cNvPr id="51" name="2">
                <a:extLst>
                  <a:ext uri="{FF2B5EF4-FFF2-40B4-BE49-F238E27FC236}">
                    <a16:creationId xmlns:a16="http://schemas.microsoft.com/office/drawing/2014/main" id="{7A50D4DB-4BA1-40C1-13CE-80DDE5D189B6}"/>
                  </a:ext>
                </a:extLst>
              </p:cNvPr>
              <p:cNvSpPr/>
              <p:nvPr/>
            </p:nvSpPr>
            <p:spPr>
              <a:xfrm rot="10800000">
                <a:off x="3033932" y="3076891"/>
                <a:ext cx="464434" cy="121158"/>
              </a:xfrm>
              <a:prstGeom prst="triangle">
                <a:avLst/>
              </a:prstGeom>
              <a:gradFill>
                <a:gsLst>
                  <a:gs pos="0">
                    <a:schemeClr val="bg1"/>
                  </a:gs>
                  <a:gs pos="100000">
                    <a:schemeClr val="accent2"/>
                  </a:gs>
                </a:gsLst>
                <a:lin ang="16200000" scaled="1"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sp>
            <p:nvSpPr>
              <p:cNvPr id="52" name="2">
                <a:extLst>
                  <a:ext uri="{FF2B5EF4-FFF2-40B4-BE49-F238E27FC236}">
                    <a16:creationId xmlns:a16="http://schemas.microsoft.com/office/drawing/2014/main" id="{81608D8D-2115-0287-47F2-AB247183F02B}"/>
                  </a:ext>
                </a:extLst>
              </p:cNvPr>
              <p:cNvSpPr/>
              <p:nvPr/>
            </p:nvSpPr>
            <p:spPr>
              <a:xfrm rot="10800000">
                <a:off x="3033932" y="2987273"/>
                <a:ext cx="464434" cy="121158"/>
              </a:xfrm>
              <a:prstGeom prst="triangle">
                <a:avLst/>
              </a:prstGeom>
              <a:gradFill>
                <a:gsLst>
                  <a:gs pos="0">
                    <a:schemeClr val="bg1"/>
                  </a:gs>
                  <a:gs pos="100000">
                    <a:schemeClr val="accent2"/>
                  </a:gs>
                </a:gsLst>
                <a:lin ang="16200000" scaled="1"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>
                <a:noAutofit/>
              </a:bodyPr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40" name="组合 3">
              <a:extLst>
                <a:ext uri="{FF2B5EF4-FFF2-40B4-BE49-F238E27FC236}">
                  <a16:creationId xmlns:a16="http://schemas.microsoft.com/office/drawing/2014/main" id="{8336D153-33B5-0268-EB1E-89A5241FF5F5}"/>
                </a:ext>
              </a:extLst>
            </p:cNvPr>
            <p:cNvGrpSpPr/>
            <p:nvPr/>
          </p:nvGrpSpPr>
          <p:grpSpPr>
            <a:xfrm>
              <a:off x="6342570" y="2397760"/>
              <a:ext cx="1395598" cy="2519172"/>
              <a:chOff x="4457088" y="2397760"/>
              <a:chExt cx="1395598" cy="2519172"/>
            </a:xfrm>
          </p:grpSpPr>
          <p:sp>
            <p:nvSpPr>
              <p:cNvPr id="41" name="Title-3">
                <a:extLst>
                  <a:ext uri="{FF2B5EF4-FFF2-40B4-BE49-F238E27FC236}">
                    <a16:creationId xmlns:a16="http://schemas.microsoft.com/office/drawing/2014/main" id="{6512E941-3142-EB54-EFE7-28F4AE78FBD6}"/>
                  </a:ext>
                </a:extLst>
              </p:cNvPr>
              <p:cNvSpPr/>
              <p:nvPr>
                <p:custDataLst>
                  <p:tags r:id="rId12"/>
                </p:custDataLst>
              </p:nvPr>
            </p:nvSpPr>
            <p:spPr>
              <a:xfrm>
                <a:off x="4457088" y="2397760"/>
                <a:ext cx="1395598" cy="433125"/>
              </a:xfrm>
              <a:prstGeom prst="roundRect">
                <a:avLst>
                  <a:gd name="adj" fmla="val 50000"/>
                </a:avLst>
              </a:prstGeom>
              <a:solidFill>
                <a:schemeClr val="accent3"/>
              </a:solidFill>
              <a:ln>
                <a:noFill/>
              </a:ln>
              <a:effectLst>
                <a:outerShdw blurRad="63500" dist="63500" dir="5400000" algn="t" rotWithShape="0">
                  <a:schemeClr val="accent3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>
                <a:noAutofit/>
              </a:bodyPr>
              <a:lstStyle/>
              <a:p>
                <a:pPr algn="ctr"/>
                <a:r>
                  <a:rPr lang="zh-CN" altLang="en-US" b="1" dirty="0">
                    <a:latin typeface="+mj-ea"/>
                    <a:ea typeface="+mj-ea"/>
                  </a:rPr>
                  <a:t>主要贡献</a:t>
                </a:r>
              </a:p>
            </p:txBody>
          </p:sp>
          <p:sp>
            <p:nvSpPr>
              <p:cNvPr id="42" name="3">
                <a:extLst>
                  <a:ext uri="{FF2B5EF4-FFF2-40B4-BE49-F238E27FC236}">
                    <a16:creationId xmlns:a16="http://schemas.microsoft.com/office/drawing/2014/main" id="{8A02E1D6-9060-86F1-5BA7-A364D8F4BC74}"/>
                  </a:ext>
                </a:extLst>
              </p:cNvPr>
              <p:cNvSpPr/>
              <p:nvPr/>
            </p:nvSpPr>
            <p:spPr>
              <a:xfrm>
                <a:off x="4457088" y="3367024"/>
                <a:ext cx="1395598" cy="1549908"/>
              </a:xfrm>
              <a:prstGeom prst="roundRect">
                <a:avLst>
                  <a:gd name="adj" fmla="val 7931"/>
                </a:avLst>
              </a:prstGeom>
              <a:solidFill>
                <a:schemeClr val="bg1"/>
              </a:solidFill>
              <a:ln>
                <a:noFill/>
              </a:ln>
              <a:effectLst>
                <a:outerShdw blurRad="139700" dist="38100" dir="5400000" algn="t" rotWithShape="0">
                  <a:schemeClr val="accent3">
                    <a:alpha val="24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pic>
            <p:nvPicPr>
              <p:cNvPr id="43" name="Image-3">
                <a:extLst>
                  <a:ext uri="{FF2B5EF4-FFF2-40B4-BE49-F238E27FC236}">
                    <a16:creationId xmlns:a16="http://schemas.microsoft.com/office/drawing/2014/main" id="{3D948E93-89E2-778B-ABFD-7D1913C20F88}"/>
                  </a:ext>
                </a:extLst>
              </p:cNvPr>
              <p:cNvPicPr>
                <a:picLocks noChangeAspect="1"/>
              </p:cNvPicPr>
              <p:nvPr>
                <p:custDataLst>
                  <p:tags r:id="rId13"/>
                </p:custDataLst>
              </p:nvPr>
            </p:nvPicPr>
            <p:blipFill>
              <a:blip r:embed="rId30">
                <a:extLst>
                  <a:ext uri="{96DAC541-7B7A-43D3-8B79-37D633B846F1}">
                    <asvg:svgBlip xmlns:asvg="http://schemas.microsoft.com/office/drawing/2016/SVG/main" r:embed="rId31"/>
                  </a:ext>
                </a:extLst>
              </a:blip>
              <a:stretch>
                <a:fillRect/>
              </a:stretch>
            </p:blipFill>
            <p:spPr>
              <a:xfrm>
                <a:off x="5038527" y="3494197"/>
                <a:ext cx="232718" cy="241862"/>
              </a:xfrm>
              <a:prstGeom prst="rect">
                <a:avLst/>
              </a:prstGeom>
            </p:spPr>
          </p:pic>
          <p:sp>
            <p:nvSpPr>
              <p:cNvPr id="44" name="Body-3">
                <a:extLst>
                  <a:ext uri="{FF2B5EF4-FFF2-40B4-BE49-F238E27FC236}">
                    <a16:creationId xmlns:a16="http://schemas.microsoft.com/office/drawing/2014/main" id="{70BC068B-2284-69F3-A4AC-C9C15B85BA13}"/>
                  </a:ext>
                </a:extLst>
              </p:cNvPr>
              <p:cNvSpPr txBox="1"/>
              <p:nvPr>
                <p:custDataLst>
                  <p:tags r:id="rId14"/>
                </p:custDataLst>
              </p:nvPr>
            </p:nvSpPr>
            <p:spPr>
              <a:xfrm>
                <a:off x="4574561" y="3829618"/>
                <a:ext cx="1160650" cy="993755"/>
              </a:xfrm>
              <a:prstGeom prst="rect">
                <a:avLst/>
              </a:prstGeom>
              <a:noFill/>
            </p:spPr>
            <p:txBody>
              <a:bodyPr wrap="square" lIns="0" rIns="0" rtlCol="0">
                <a:noAutofit/>
              </a:bodyPr>
              <a:lstStyle/>
              <a:p>
                <a:pPr>
                  <a:lnSpc>
                    <a:spcPts val="1650"/>
                  </a:lnSpc>
                </a:pPr>
                <a:r>
                  <a:rPr lang="en-US" altLang="zh-CN" sz="1200" dirty="0" err="1">
                    <a:solidFill>
                      <a:srgbClr val="666666"/>
                    </a:solidFill>
                    <a:latin typeface="Microsoft YaHei" pitchFamily="34" charset="0"/>
                    <a:ea typeface="Microsoft YaHei" pitchFamily="34" charset="-122"/>
                    <a:cs typeface="Microsoft YaHei" pitchFamily="34" charset="-120"/>
                  </a:rPr>
                  <a:t>获评年度优秀员工</a:t>
                </a:r>
                <a:br>
                  <a:rPr lang="en-US" altLang="zh-CN" sz="1200" dirty="0">
                    <a:solidFill>
                      <a:srgbClr val="666666"/>
                    </a:solidFill>
                    <a:latin typeface="Microsoft YaHei" pitchFamily="34" charset="0"/>
                    <a:ea typeface="Microsoft YaHei" pitchFamily="34" charset="-122"/>
                    <a:cs typeface="Microsoft YaHei" pitchFamily="34" charset="-120"/>
                  </a:rPr>
                </a:br>
                <a:r>
                  <a:rPr lang="zh-CN" altLang="en-US" sz="1200" dirty="0">
                    <a:solidFill>
                      <a:srgbClr val="666666"/>
                    </a:solidFill>
                    <a:latin typeface="Microsoft YaHei" pitchFamily="34" charset="0"/>
                    <a:ea typeface="Microsoft YaHei" pitchFamily="34" charset="-122"/>
                    <a:cs typeface="Microsoft YaHei" pitchFamily="34" charset="-120"/>
                  </a:rPr>
                  <a:t>帮助团队完成软件著作权</a:t>
                </a:r>
                <a:br>
                  <a:rPr lang="en-US" altLang="zh-CN" sz="1200" dirty="0">
                    <a:solidFill>
                      <a:srgbClr val="666666"/>
                    </a:solidFill>
                    <a:latin typeface="Microsoft YaHei" pitchFamily="34" charset="0"/>
                    <a:ea typeface="Microsoft YaHei" pitchFamily="34" charset="-122"/>
                    <a:cs typeface="Microsoft YaHei" pitchFamily="34" charset="-120"/>
                  </a:rPr>
                </a:br>
                <a:r>
                  <a:rPr lang="zh-CN" altLang="en-US" sz="1200" dirty="0">
                    <a:solidFill>
                      <a:srgbClr val="666666"/>
                    </a:solidFill>
                    <a:latin typeface="Microsoft YaHei" pitchFamily="34" charset="0"/>
                    <a:ea typeface="Microsoft YaHei" pitchFamily="34" charset="-122"/>
                    <a:cs typeface="Microsoft YaHei" pitchFamily="34" charset="-120"/>
                  </a:rPr>
                  <a:t>多个</a:t>
                </a:r>
                <a:r>
                  <a:rPr lang="en-US" altLang="zh-CN" sz="1200" dirty="0">
                    <a:solidFill>
                      <a:srgbClr val="666666"/>
                    </a:solidFill>
                    <a:latin typeface="Microsoft YaHei" pitchFamily="34" charset="0"/>
                    <a:ea typeface="Microsoft YaHei" pitchFamily="34" charset="-122"/>
                    <a:cs typeface="Microsoft YaHei" pitchFamily="34" charset="-120"/>
                  </a:rPr>
                  <a:t>Release</a:t>
                </a:r>
                <a:r>
                  <a:rPr lang="zh-CN" altLang="en-US" sz="1200" dirty="0">
                    <a:solidFill>
                      <a:srgbClr val="666666"/>
                    </a:solidFill>
                    <a:latin typeface="Microsoft YaHei" pitchFamily="34" charset="0"/>
                    <a:ea typeface="Microsoft YaHei" pitchFamily="34" charset="-122"/>
                    <a:cs typeface="Microsoft YaHei" pitchFamily="34" charset="-120"/>
                  </a:rPr>
                  <a:t>的技术攻关</a:t>
                </a:r>
                <a:endParaRPr lang="en-US" altLang="zh-CN" sz="1200" dirty="0"/>
              </a:p>
            </p:txBody>
          </p:sp>
          <p:sp>
            <p:nvSpPr>
              <p:cNvPr id="45" name="3">
                <a:extLst>
                  <a:ext uri="{FF2B5EF4-FFF2-40B4-BE49-F238E27FC236}">
                    <a16:creationId xmlns:a16="http://schemas.microsoft.com/office/drawing/2014/main" id="{A1BEEB11-6143-BA17-2C64-7149711E2EC7}"/>
                  </a:ext>
                </a:extLst>
              </p:cNvPr>
              <p:cNvSpPr/>
              <p:nvPr/>
            </p:nvSpPr>
            <p:spPr>
              <a:xfrm rot="10800000">
                <a:off x="4922670" y="3076891"/>
                <a:ext cx="464434" cy="121158"/>
              </a:xfrm>
              <a:prstGeom prst="triangle">
                <a:avLst/>
              </a:prstGeom>
              <a:gradFill>
                <a:gsLst>
                  <a:gs pos="0">
                    <a:schemeClr val="bg1"/>
                  </a:gs>
                  <a:gs pos="100000">
                    <a:schemeClr val="accent3"/>
                  </a:gs>
                </a:gsLst>
                <a:lin ang="16200000" scaled="1"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sp>
            <p:nvSpPr>
              <p:cNvPr id="46" name="3">
                <a:extLst>
                  <a:ext uri="{FF2B5EF4-FFF2-40B4-BE49-F238E27FC236}">
                    <a16:creationId xmlns:a16="http://schemas.microsoft.com/office/drawing/2014/main" id="{B4074BBD-A204-884B-F06D-3C7A9FA9F7D9}"/>
                  </a:ext>
                </a:extLst>
              </p:cNvPr>
              <p:cNvSpPr/>
              <p:nvPr/>
            </p:nvSpPr>
            <p:spPr>
              <a:xfrm rot="10800000">
                <a:off x="4922670" y="2987273"/>
                <a:ext cx="464434" cy="121158"/>
              </a:xfrm>
              <a:prstGeom prst="triangle">
                <a:avLst/>
              </a:prstGeom>
              <a:gradFill>
                <a:gsLst>
                  <a:gs pos="0">
                    <a:schemeClr val="bg1"/>
                  </a:gs>
                  <a:gs pos="100000">
                    <a:schemeClr val="accent3"/>
                  </a:gs>
                </a:gsLst>
                <a:lin ang="16200000" scaled="1"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>
                <a:noAutofit/>
              </a:bodyPr>
              <a:lstStyle/>
              <a:p>
                <a:pPr algn="ctr"/>
                <a:endParaRPr lang="zh-CN" altLang="en-US"/>
              </a:p>
            </p:txBody>
          </p:sp>
        </p:grpSp>
      </p:grpSp>
      <p:grpSp>
        <p:nvGrpSpPr>
          <p:cNvPr id="8" name="组合 7">
            <a:extLst>
              <a:ext uri="{FF2B5EF4-FFF2-40B4-BE49-F238E27FC236}">
                <a16:creationId xmlns:a16="http://schemas.microsoft.com/office/drawing/2014/main" id="{76945862-9851-433B-0848-4201F2834BE9}"/>
              </a:ext>
            </a:extLst>
          </p:cNvPr>
          <p:cNvGrpSpPr/>
          <p:nvPr/>
        </p:nvGrpSpPr>
        <p:grpSpPr>
          <a:xfrm>
            <a:off x="784564" y="1292016"/>
            <a:ext cx="7787936" cy="2809056"/>
            <a:chOff x="757797" y="1290633"/>
            <a:chExt cx="7787936" cy="2809056"/>
          </a:xfrm>
        </p:grpSpPr>
        <p:grpSp>
          <p:nvGrpSpPr>
            <p:cNvPr id="9" name="组合 01">
              <a:extLst>
                <a:ext uri="{FF2B5EF4-FFF2-40B4-BE49-F238E27FC236}">
                  <a16:creationId xmlns:a16="http://schemas.microsoft.com/office/drawing/2014/main" id="{84889C01-67A3-B7AB-DA04-EC4F37C51BCD}"/>
                </a:ext>
              </a:extLst>
            </p:cNvPr>
            <p:cNvGrpSpPr>
              <a:grpSpLocks noChangeAspect="1"/>
            </p:cNvGrpSpPr>
            <p:nvPr>
              <p:custDataLst>
                <p:tags r:id="rId2"/>
              </p:custDataLst>
            </p:nvPr>
          </p:nvGrpSpPr>
          <p:grpSpPr>
            <a:xfrm>
              <a:off x="757797" y="1554227"/>
              <a:ext cx="7787936" cy="2545462"/>
              <a:chOff x="618976" y="1589217"/>
              <a:chExt cx="11037879" cy="3607696"/>
            </a:xfrm>
          </p:grpSpPr>
          <p:grpSp>
            <p:nvGrpSpPr>
              <p:cNvPr id="11" name="组合 03">
                <a:extLst>
                  <a:ext uri="{FF2B5EF4-FFF2-40B4-BE49-F238E27FC236}">
                    <a16:creationId xmlns:a16="http://schemas.microsoft.com/office/drawing/2014/main" id="{4B694DDA-B796-86BF-B62D-6D44CE965BDC}"/>
                  </a:ext>
                </a:extLst>
              </p:cNvPr>
              <p:cNvGrpSpPr/>
              <p:nvPr/>
            </p:nvGrpSpPr>
            <p:grpSpPr>
              <a:xfrm>
                <a:off x="5372939" y="2373034"/>
                <a:ext cx="6283916" cy="2297865"/>
                <a:chOff x="5372939" y="2373034"/>
                <a:chExt cx="6283916" cy="2297865"/>
              </a:xfrm>
            </p:grpSpPr>
            <p:sp>
              <p:nvSpPr>
                <p:cNvPr id="28" name="3">
                  <a:extLst>
                    <a:ext uri="{FF2B5EF4-FFF2-40B4-BE49-F238E27FC236}">
                      <a16:creationId xmlns:a16="http://schemas.microsoft.com/office/drawing/2014/main" id="{6FC913FD-BD4E-31BF-5E2F-3CEAF8042B31}"/>
                    </a:ext>
                  </a:extLst>
                </p:cNvPr>
                <p:cNvSpPr/>
                <p:nvPr/>
              </p:nvSpPr>
              <p:spPr>
                <a:xfrm rot="14178672">
                  <a:off x="5463568" y="2282405"/>
                  <a:ext cx="2297865" cy="2479124"/>
                </a:xfrm>
                <a:custGeom>
                  <a:avLst/>
                  <a:gdLst>
                    <a:gd name="connsiteX0" fmla="*/ 43734 w 2144482"/>
                    <a:gd name="connsiteY0" fmla="*/ 0 h 2313582"/>
                    <a:gd name="connsiteX1" fmla="*/ 43838 w 2144482"/>
                    <a:gd name="connsiteY1" fmla="*/ 10506 h 2313582"/>
                    <a:gd name="connsiteX2" fmla="*/ 1292287 w 2144482"/>
                    <a:gd name="connsiteY2" fmla="*/ 1532073 h 2313582"/>
                    <a:gd name="connsiteX3" fmla="*/ 2100811 w 2144482"/>
                    <a:gd name="connsiteY3" fmla="*/ 1514989 h 2313582"/>
                    <a:gd name="connsiteX4" fmla="*/ 2144482 w 2144482"/>
                    <a:gd name="connsiteY4" fmla="*/ 1500251 h 2313582"/>
                    <a:gd name="connsiteX5" fmla="*/ 2141060 w 2144482"/>
                    <a:gd name="connsiteY5" fmla="*/ 1509033 h 2313582"/>
                    <a:gd name="connsiteX6" fmla="*/ 1170480 w 2144482"/>
                    <a:gd name="connsiteY6" fmla="*/ 2313582 h 2313582"/>
                    <a:gd name="connsiteX7" fmla="*/ 0 w 2144482"/>
                    <a:gd name="connsiteY7" fmla="*/ 488754 h 2313582"/>
                    <a:gd name="connsiteX8" fmla="*/ 23780 w 2144482"/>
                    <a:gd name="connsiteY8" fmla="*/ 120987 h 2313582"/>
                    <a:gd name="connsiteX9" fmla="*/ 43734 w 2144482"/>
                    <a:gd name="connsiteY9" fmla="*/ 0 h 231358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2144482" h="2313582">
                      <a:moveTo>
                        <a:pt x="43734" y="0"/>
                      </a:moveTo>
                      <a:lnTo>
                        <a:pt x="43838" y="10506"/>
                      </a:lnTo>
                      <a:cubicBezTo>
                        <a:pt x="85861" y="729340"/>
                        <a:pt x="575833" y="1360985"/>
                        <a:pt x="1292287" y="1532073"/>
                      </a:cubicBezTo>
                      <a:cubicBezTo>
                        <a:pt x="1567847" y="1597876"/>
                        <a:pt x="1844302" y="1587763"/>
                        <a:pt x="2100811" y="1514989"/>
                      </a:cubicBezTo>
                      <a:lnTo>
                        <a:pt x="2144482" y="1500251"/>
                      </a:lnTo>
                      <a:lnTo>
                        <a:pt x="2141060" y="1509033"/>
                      </a:lnTo>
                      <a:cubicBezTo>
                        <a:pt x="1930717" y="1994440"/>
                        <a:pt x="1574504" y="2313582"/>
                        <a:pt x="1170480" y="2313582"/>
                      </a:cubicBezTo>
                      <a:cubicBezTo>
                        <a:pt x="524042" y="2313582"/>
                        <a:pt x="0" y="1496579"/>
                        <a:pt x="0" y="488754"/>
                      </a:cubicBezTo>
                      <a:cubicBezTo>
                        <a:pt x="0" y="362776"/>
                        <a:pt x="8188" y="239780"/>
                        <a:pt x="23780" y="120987"/>
                      </a:cubicBezTo>
                      <a:lnTo>
                        <a:pt x="43734" y="0"/>
                      </a:lnTo>
                      <a:close/>
                    </a:path>
                  </a:pathLst>
                </a:custGeom>
                <a:gradFill>
                  <a:gsLst>
                    <a:gs pos="18000">
                      <a:schemeClr val="accent2"/>
                    </a:gs>
                    <a:gs pos="100000">
                      <a:schemeClr val="accent3"/>
                    </a:gs>
                  </a:gsLst>
                  <a:lin ang="2700000" scaled="0"/>
                </a:gradFill>
                <a:ln>
                  <a:noFill/>
                </a:ln>
                <a:effectLst>
                  <a:outerShdw blurRad="114300" dist="50800" dir="8100000" algn="tr" rotWithShape="0">
                    <a:schemeClr val="accent3">
                      <a:alpha val="20000"/>
                    </a:schemeClr>
                  </a:outerShdw>
                </a:effectLst>
              </p:spPr>
              <p:style>
                <a:lnRef idx="2">
                  <a:srgbClr val="376FFF">
                    <a:shade val="50000"/>
                  </a:srgbClr>
                </a:lnRef>
                <a:fillRef idx="1">
                  <a:srgbClr val="376FFF"/>
                </a:fillRef>
                <a:effectRef idx="0">
                  <a:srgbClr val="376FFF"/>
                </a:effectRef>
                <a:fontRef idx="minor">
                  <a:srgbClr val="FFFFFF"/>
                </a:fontRef>
              </p:style>
              <p:txBody>
                <a:bodyPr vert="horz" wrap="square" numCol="1" spcCol="0" rtlCol="0" fromWordArt="0" anchor="ctr" anchorCtr="0" forceAA="0" compatLnSpc="1">
                  <a:no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rgbClr val="FFFFFF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+mn-ea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rgbClr val="FFFFFF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+mn-ea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rgbClr val="FFFFFF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+mn-ea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rgbClr val="FFFFFF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+mn-ea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rgbClr val="FFFFFF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+mn-ea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rgbClr val="FFFFFF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+mn-ea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rgbClr val="FFFFFF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+mn-ea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rgbClr val="FFFFFF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+mn-ea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rgbClr val="FFFFFF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+mn-ea"/>
                    </a:defRPr>
                  </a:lvl9pPr>
                </a:lstStyle>
                <a:p>
                  <a:pPr algn="ctr"/>
                  <a:endParaRPr lang="zh-CN" altLang="en-US">
                    <a:sym typeface="微软雅黑" panose="020B0503020204020204" charset="-122"/>
                  </a:endParaRPr>
                </a:p>
              </p:txBody>
            </p:sp>
            <p:sp>
              <p:nvSpPr>
                <p:cNvPr id="29" name="3">
                  <a:extLst>
                    <a:ext uri="{FF2B5EF4-FFF2-40B4-BE49-F238E27FC236}">
                      <a16:creationId xmlns:a16="http://schemas.microsoft.com/office/drawing/2014/main" id="{6AF8304B-D9D9-3528-23B2-DE35C4C33A70}"/>
                    </a:ext>
                  </a:extLst>
                </p:cNvPr>
                <p:cNvSpPr/>
                <p:nvPr/>
              </p:nvSpPr>
              <p:spPr>
                <a:xfrm flipH="1">
                  <a:off x="8547667" y="2844574"/>
                  <a:ext cx="3054425" cy="1107739"/>
                </a:xfrm>
                <a:prstGeom prst="rect">
                  <a:avLst/>
                </a:prstGeom>
                <a:solidFill>
                  <a:schemeClr val="accent1">
                    <a:lumMod val="20000"/>
                    <a:lumOff val="80000"/>
                    <a:alpha val="3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30" name="3">
                  <a:extLst>
                    <a:ext uri="{FF2B5EF4-FFF2-40B4-BE49-F238E27FC236}">
                      <a16:creationId xmlns:a16="http://schemas.microsoft.com/office/drawing/2014/main" id="{905160E9-760C-EA0D-28D8-65C29E8B8AFB}"/>
                    </a:ext>
                  </a:extLst>
                </p:cNvPr>
                <p:cNvSpPr/>
                <p:nvPr/>
              </p:nvSpPr>
              <p:spPr>
                <a:xfrm flipH="1">
                  <a:off x="8547667" y="2844574"/>
                  <a:ext cx="82532" cy="1107739"/>
                </a:xfrm>
                <a:prstGeom prst="rect">
                  <a:avLst/>
                </a:prstGeom>
                <a:gradFill flip="none" rotWithShape="1">
                  <a:gsLst>
                    <a:gs pos="18000">
                      <a:schemeClr val="accent2"/>
                    </a:gs>
                    <a:gs pos="100000">
                      <a:schemeClr val="accent3"/>
                    </a:gs>
                  </a:gsLst>
                  <a:lin ang="16200000" scaled="1"/>
                  <a:tileRect/>
                </a:gradFill>
                <a:ln>
                  <a:noFill/>
                </a:ln>
                <a:effectLst/>
              </p:spPr>
              <p:style>
                <a:lnRef idx="2">
                  <a:srgbClr val="376FFF">
                    <a:shade val="50000"/>
                  </a:srgbClr>
                </a:lnRef>
                <a:fillRef idx="1">
                  <a:srgbClr val="376FFF"/>
                </a:fillRef>
                <a:effectRef idx="0">
                  <a:srgbClr val="376FFF"/>
                </a:effectRef>
                <a:fontRef idx="minor">
                  <a:srgbClr val="FFFFFF"/>
                </a:fontRef>
              </p:style>
              <p:txBody>
                <a:bodyPr vert="horz" wrap="square" numCol="1" spcCol="0" rtlCol="0" fromWordArt="0" anchor="ctr" anchorCtr="0" forceAA="0" compatLnSpc="1">
                  <a:noAutofit/>
                </a:bodyPr>
                <a:lstStyle/>
                <a:p>
                  <a:pPr algn="ctr"/>
                  <a:endParaRPr lang="zh-CN" altLang="en-US">
                    <a:solidFill>
                      <a:srgbClr val="FFFFFF"/>
                    </a:solidFill>
                    <a:latin typeface="微软雅黑" panose="020B0503020204020204" charset="-122"/>
                    <a:ea typeface="微软雅黑" panose="020B0503020204020204" charset="-122"/>
                    <a:cs typeface="+mn-ea"/>
                  </a:endParaRPr>
                </a:p>
              </p:txBody>
            </p:sp>
            <p:cxnSp>
              <p:nvCxnSpPr>
                <p:cNvPr id="31" name="3">
                  <a:extLst>
                    <a:ext uri="{FF2B5EF4-FFF2-40B4-BE49-F238E27FC236}">
                      <a16:creationId xmlns:a16="http://schemas.microsoft.com/office/drawing/2014/main" id="{7FBB2EF8-0D3B-A06A-3660-FCAF1773912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767097" y="3429000"/>
                  <a:ext cx="640080" cy="0"/>
                </a:xfrm>
                <a:prstGeom prst="line">
                  <a:avLst/>
                </a:prstGeom>
                <a:ln>
                  <a:solidFill>
                    <a:schemeClr val="accent1"/>
                  </a:solidFill>
                  <a:headEnd type="none"/>
                  <a:tailEnd type="oval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59" name="Index-3">
                  <a:extLst>
                    <a:ext uri="{FF2B5EF4-FFF2-40B4-BE49-F238E27FC236}">
                      <a16:creationId xmlns:a16="http://schemas.microsoft.com/office/drawing/2014/main" id="{4A5F4168-2FBB-53F1-7A81-4B8DB890CA8F}"/>
                    </a:ext>
                  </a:extLst>
                </p:cNvPr>
                <p:cNvSpPr/>
                <p:nvPr>
                  <p:custDataLst>
                    <p:tags r:id="rId9"/>
                  </p:custDataLst>
                </p:nvPr>
              </p:nvSpPr>
              <p:spPr>
                <a:xfrm>
                  <a:off x="6986315" y="2711533"/>
                  <a:ext cx="358552" cy="358552"/>
                </a:xfrm>
                <a:prstGeom prst="ellipse">
                  <a:avLst/>
                </a:prstGeom>
                <a:solidFill>
                  <a:schemeClr val="bg1"/>
                </a:solidFill>
                <a:ln w="3810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2400" b="1" dirty="0">
                      <a:solidFill>
                        <a:schemeClr val="accent3"/>
                      </a:solidFill>
                    </a:rPr>
                    <a:t>3</a:t>
                  </a:r>
                  <a:endParaRPr lang="zh-CN" altLang="en-US" sz="2400" b="1" dirty="0">
                    <a:solidFill>
                      <a:schemeClr val="accent3"/>
                    </a:solidFill>
                  </a:endParaRPr>
                </a:p>
              </p:txBody>
            </p:sp>
            <p:sp>
              <p:nvSpPr>
                <p:cNvPr id="60" name="Body-3">
                  <a:extLst>
                    <a:ext uri="{FF2B5EF4-FFF2-40B4-BE49-F238E27FC236}">
                      <a16:creationId xmlns:a16="http://schemas.microsoft.com/office/drawing/2014/main" id="{09DAC89B-4E08-5030-1E76-0A53A45E50A6}"/>
                    </a:ext>
                  </a:extLst>
                </p:cNvPr>
                <p:cNvSpPr/>
                <p:nvPr>
                  <p:custDataLst>
                    <p:tags r:id="rId10"/>
                  </p:custDataLst>
                </p:nvPr>
              </p:nvSpPr>
              <p:spPr>
                <a:xfrm flipH="1">
                  <a:off x="8777826" y="3241127"/>
                  <a:ext cx="2824266" cy="711186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108000" tIns="108000" rIns="108000" bIns="108000" rtlCol="0" anchor="t" anchorCtr="0">
                  <a:no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latinLnBrk="1"/>
                  <a:r>
                    <a:rPr lang="zh-CN" altLang="en-US" sz="1200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latin typeface="+mn-ea"/>
                    </a:rPr>
                    <a:t>通过架构升级与质量体系建设，提升系统性能与稳定性，支撑业务增长</a:t>
                  </a:r>
                </a:p>
              </p:txBody>
            </p:sp>
            <p:sp>
              <p:nvSpPr>
                <p:cNvPr id="61" name="Title-3">
                  <a:extLst>
                    <a:ext uri="{FF2B5EF4-FFF2-40B4-BE49-F238E27FC236}">
                      <a16:creationId xmlns:a16="http://schemas.microsoft.com/office/drawing/2014/main" id="{666C9FE2-E36C-6114-26F5-3A377EA5C487}"/>
                    </a:ext>
                  </a:extLst>
                </p:cNvPr>
                <p:cNvSpPr/>
                <p:nvPr>
                  <p:custDataLst>
                    <p:tags r:id="rId11"/>
                  </p:custDataLst>
                </p:nvPr>
              </p:nvSpPr>
              <p:spPr>
                <a:xfrm flipH="1">
                  <a:off x="8787141" y="2979860"/>
                  <a:ext cx="2869714" cy="23829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108000" tIns="108000" rIns="108000" bIns="108000" rtlCol="0" anchor="ctr" anchorCtr="0">
                  <a:no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marR="0" lvl="1" indent="0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defRPr/>
                  </a:pPr>
                  <a:r>
                    <a:rPr kumimoji="0" lang="zh-CN" altLang="en-US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accent3"/>
                      </a:solidFill>
                      <a:effectLst/>
                      <a:uLnTx/>
                      <a:uFillTx/>
                      <a:latin typeface="+mj-ea"/>
                      <a:ea typeface="+mj-ea"/>
                      <a:sym typeface="Arial" panose="020B0604020202020204" pitchFamily="34" charset="0"/>
                    </a:rPr>
                    <a:t>创造更大价值</a:t>
                  </a:r>
                  <a:endParaRPr kumimoji="0" lang="en-US" altLang="zh-CN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3"/>
                    </a:solidFill>
                    <a:effectLst/>
                    <a:uLnTx/>
                    <a:uFillTx/>
                    <a:latin typeface="+mj-ea"/>
                    <a:ea typeface="+mj-ea"/>
                    <a:sym typeface="Arial" panose="020B0604020202020204" pitchFamily="34" charset="0"/>
                  </a:endParaRPr>
                </a:p>
              </p:txBody>
            </p:sp>
          </p:grpSp>
          <p:grpSp>
            <p:nvGrpSpPr>
              <p:cNvPr id="12" name="组合 02">
                <a:extLst>
                  <a:ext uri="{FF2B5EF4-FFF2-40B4-BE49-F238E27FC236}">
                    <a16:creationId xmlns:a16="http://schemas.microsoft.com/office/drawing/2014/main" id="{B40BAFBE-0E14-B72B-58A3-58CECD7E5EAF}"/>
                  </a:ext>
                </a:extLst>
              </p:cNvPr>
              <p:cNvGrpSpPr/>
              <p:nvPr/>
            </p:nvGrpSpPr>
            <p:grpSpPr>
              <a:xfrm>
                <a:off x="618976" y="2554956"/>
                <a:ext cx="6136155" cy="2641957"/>
                <a:chOff x="618976" y="2554956"/>
                <a:chExt cx="6136155" cy="2641957"/>
              </a:xfrm>
            </p:grpSpPr>
            <p:sp>
              <p:nvSpPr>
                <p:cNvPr id="21" name="2">
                  <a:extLst>
                    <a:ext uri="{FF2B5EF4-FFF2-40B4-BE49-F238E27FC236}">
                      <a16:creationId xmlns:a16="http://schemas.microsoft.com/office/drawing/2014/main" id="{020EB38E-4197-2D97-3FD4-6FF61BB230F6}"/>
                    </a:ext>
                  </a:extLst>
                </p:cNvPr>
                <p:cNvSpPr/>
                <p:nvPr/>
              </p:nvSpPr>
              <p:spPr>
                <a:xfrm rot="21434891">
                  <a:off x="4457265" y="2554956"/>
                  <a:ext cx="2297866" cy="2479124"/>
                </a:xfrm>
                <a:custGeom>
                  <a:avLst/>
                  <a:gdLst>
                    <a:gd name="connsiteX0" fmla="*/ 43734 w 2144482"/>
                    <a:gd name="connsiteY0" fmla="*/ 0 h 2313582"/>
                    <a:gd name="connsiteX1" fmla="*/ 43838 w 2144482"/>
                    <a:gd name="connsiteY1" fmla="*/ 10506 h 2313582"/>
                    <a:gd name="connsiteX2" fmla="*/ 1292287 w 2144482"/>
                    <a:gd name="connsiteY2" fmla="*/ 1532073 h 2313582"/>
                    <a:gd name="connsiteX3" fmla="*/ 2100811 w 2144482"/>
                    <a:gd name="connsiteY3" fmla="*/ 1514989 h 2313582"/>
                    <a:gd name="connsiteX4" fmla="*/ 2144482 w 2144482"/>
                    <a:gd name="connsiteY4" fmla="*/ 1500251 h 2313582"/>
                    <a:gd name="connsiteX5" fmla="*/ 2141060 w 2144482"/>
                    <a:gd name="connsiteY5" fmla="*/ 1509033 h 2313582"/>
                    <a:gd name="connsiteX6" fmla="*/ 1170480 w 2144482"/>
                    <a:gd name="connsiteY6" fmla="*/ 2313582 h 2313582"/>
                    <a:gd name="connsiteX7" fmla="*/ 0 w 2144482"/>
                    <a:gd name="connsiteY7" fmla="*/ 488754 h 2313582"/>
                    <a:gd name="connsiteX8" fmla="*/ 23780 w 2144482"/>
                    <a:gd name="connsiteY8" fmla="*/ 120987 h 2313582"/>
                    <a:gd name="connsiteX9" fmla="*/ 43734 w 2144482"/>
                    <a:gd name="connsiteY9" fmla="*/ 0 h 231358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2144482" h="2313582">
                      <a:moveTo>
                        <a:pt x="43734" y="0"/>
                      </a:moveTo>
                      <a:lnTo>
                        <a:pt x="43838" y="10506"/>
                      </a:lnTo>
                      <a:cubicBezTo>
                        <a:pt x="85861" y="729340"/>
                        <a:pt x="575833" y="1360985"/>
                        <a:pt x="1292287" y="1532073"/>
                      </a:cubicBezTo>
                      <a:cubicBezTo>
                        <a:pt x="1567847" y="1597876"/>
                        <a:pt x="1844302" y="1587763"/>
                        <a:pt x="2100811" y="1514989"/>
                      </a:cubicBezTo>
                      <a:lnTo>
                        <a:pt x="2144482" y="1500251"/>
                      </a:lnTo>
                      <a:lnTo>
                        <a:pt x="2141060" y="1509033"/>
                      </a:lnTo>
                      <a:cubicBezTo>
                        <a:pt x="1930717" y="1994440"/>
                        <a:pt x="1574504" y="2313582"/>
                        <a:pt x="1170480" y="2313582"/>
                      </a:cubicBezTo>
                      <a:cubicBezTo>
                        <a:pt x="524042" y="2313582"/>
                        <a:pt x="0" y="1496579"/>
                        <a:pt x="0" y="488754"/>
                      </a:cubicBezTo>
                      <a:cubicBezTo>
                        <a:pt x="0" y="362776"/>
                        <a:pt x="8188" y="239780"/>
                        <a:pt x="23780" y="120987"/>
                      </a:cubicBezTo>
                      <a:lnTo>
                        <a:pt x="43734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18000">
                      <a:schemeClr val="accent1"/>
                    </a:gs>
                    <a:gs pos="100000">
                      <a:schemeClr val="accent2"/>
                    </a:gs>
                  </a:gsLst>
                  <a:lin ang="0" scaled="1"/>
                  <a:tileRect/>
                </a:gradFill>
                <a:ln>
                  <a:noFill/>
                </a:ln>
                <a:effectLst>
                  <a:outerShdw blurRad="114300" dist="50800" dir="8100000" algn="tr" rotWithShape="0">
                    <a:schemeClr val="accent3">
                      <a:alpha val="20000"/>
                    </a:schemeClr>
                  </a:outerShdw>
                </a:effectLst>
              </p:spPr>
              <p:style>
                <a:lnRef idx="2">
                  <a:srgbClr val="376FFF">
                    <a:shade val="50000"/>
                  </a:srgbClr>
                </a:lnRef>
                <a:fillRef idx="1">
                  <a:srgbClr val="376FFF"/>
                </a:fillRef>
                <a:effectRef idx="0">
                  <a:srgbClr val="376FFF"/>
                </a:effectRef>
                <a:fontRef idx="minor">
                  <a:srgbClr val="FFFFFF"/>
                </a:fontRef>
              </p:style>
              <p:txBody>
                <a:bodyPr vert="horz" wrap="square" numCol="1" spcCol="0" rtlCol="0" fromWordArt="0" anchor="ctr" anchorCtr="0" forceAA="0" compatLnSpc="1">
                  <a:no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rgbClr val="FFFFFF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+mn-ea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rgbClr val="FFFFFF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+mn-ea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rgbClr val="FFFFFF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+mn-ea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rgbClr val="FFFFFF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+mn-ea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rgbClr val="FFFFFF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+mn-ea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rgbClr val="FFFFFF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+mn-ea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rgbClr val="FFFFFF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+mn-ea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rgbClr val="FFFFFF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+mn-ea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rgbClr val="FFFFFF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+mn-ea"/>
                    </a:defRPr>
                  </a:lvl9pPr>
                </a:lstStyle>
                <a:p>
                  <a:pPr algn="ctr"/>
                  <a:endParaRPr lang="zh-CN" altLang="en-US">
                    <a:sym typeface="微软雅黑" panose="020B0503020204020204" charset="-122"/>
                  </a:endParaRPr>
                </a:p>
              </p:txBody>
            </p:sp>
            <p:sp>
              <p:nvSpPr>
                <p:cNvPr id="22" name="2">
                  <a:extLst>
                    <a:ext uri="{FF2B5EF4-FFF2-40B4-BE49-F238E27FC236}">
                      <a16:creationId xmlns:a16="http://schemas.microsoft.com/office/drawing/2014/main" id="{BB982D36-C72D-1207-26B4-B674BDDCEFC7}"/>
                    </a:ext>
                  </a:extLst>
                </p:cNvPr>
                <p:cNvSpPr/>
                <p:nvPr/>
              </p:nvSpPr>
              <p:spPr>
                <a:xfrm>
                  <a:off x="673739" y="4089174"/>
                  <a:ext cx="3054425" cy="1107739"/>
                </a:xfrm>
                <a:prstGeom prst="rect">
                  <a:avLst/>
                </a:prstGeom>
                <a:solidFill>
                  <a:schemeClr val="accent1">
                    <a:lumMod val="20000"/>
                    <a:lumOff val="80000"/>
                    <a:alpha val="3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3" name="2">
                  <a:extLst>
                    <a:ext uri="{FF2B5EF4-FFF2-40B4-BE49-F238E27FC236}">
                      <a16:creationId xmlns:a16="http://schemas.microsoft.com/office/drawing/2014/main" id="{5D138470-378F-2EED-2140-8B7216F66E32}"/>
                    </a:ext>
                  </a:extLst>
                </p:cNvPr>
                <p:cNvSpPr/>
                <p:nvPr/>
              </p:nvSpPr>
              <p:spPr>
                <a:xfrm>
                  <a:off x="3645632" y="4089174"/>
                  <a:ext cx="82532" cy="1107739"/>
                </a:xfrm>
                <a:prstGeom prst="rect">
                  <a:avLst/>
                </a:prstGeom>
                <a:gradFill flip="none" rotWithShape="1">
                  <a:gsLst>
                    <a:gs pos="18000">
                      <a:schemeClr val="accent1"/>
                    </a:gs>
                    <a:gs pos="100000">
                      <a:schemeClr val="accent2"/>
                    </a:gs>
                  </a:gsLst>
                  <a:lin ang="16200000" scaled="1"/>
                  <a:tileRect/>
                </a:gradFill>
                <a:ln>
                  <a:noFill/>
                </a:ln>
                <a:effectLst/>
              </p:spPr>
              <p:style>
                <a:lnRef idx="2">
                  <a:srgbClr val="376FFF">
                    <a:shade val="50000"/>
                  </a:srgbClr>
                </a:lnRef>
                <a:fillRef idx="1">
                  <a:srgbClr val="376FFF"/>
                </a:fillRef>
                <a:effectRef idx="0">
                  <a:srgbClr val="376FFF"/>
                </a:effectRef>
                <a:fontRef idx="minor">
                  <a:srgbClr val="FFFFFF"/>
                </a:fontRef>
              </p:style>
              <p:txBody>
                <a:bodyPr vert="horz" wrap="square" numCol="1" spcCol="0" rtlCol="0" fromWordArt="0" anchor="ctr" anchorCtr="0" forceAA="0" compatLnSpc="1">
                  <a:noAutofit/>
                </a:bodyPr>
                <a:lstStyle/>
                <a:p>
                  <a:pPr algn="ctr"/>
                  <a:endParaRPr lang="zh-CN" altLang="en-US">
                    <a:solidFill>
                      <a:srgbClr val="FFFFFF"/>
                    </a:solidFill>
                    <a:latin typeface="微软雅黑" panose="020B0503020204020204" charset="-122"/>
                    <a:ea typeface="微软雅黑" panose="020B0503020204020204" charset="-122"/>
                    <a:cs typeface="+mn-ea"/>
                  </a:endParaRPr>
                </a:p>
              </p:txBody>
            </p:sp>
            <p:cxnSp>
              <p:nvCxnSpPr>
                <p:cNvPr id="24" name="2">
                  <a:extLst>
                    <a:ext uri="{FF2B5EF4-FFF2-40B4-BE49-F238E27FC236}">
                      <a16:creationId xmlns:a16="http://schemas.microsoft.com/office/drawing/2014/main" id="{30BCA6F4-ACF7-0616-F2C2-B1D4BC7B9EB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891280" y="4701568"/>
                  <a:ext cx="640080" cy="0"/>
                </a:xfrm>
                <a:prstGeom prst="line">
                  <a:avLst/>
                </a:prstGeom>
                <a:ln>
                  <a:solidFill>
                    <a:schemeClr val="accent1"/>
                  </a:solidFill>
                  <a:headEnd type="none"/>
                  <a:tailEnd type="oval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5" name="Index-2">
                  <a:extLst>
                    <a:ext uri="{FF2B5EF4-FFF2-40B4-BE49-F238E27FC236}">
                      <a16:creationId xmlns:a16="http://schemas.microsoft.com/office/drawing/2014/main" id="{AE1AD1EC-6736-612B-5FD6-D879DDBD0838}"/>
                    </a:ext>
                  </a:extLst>
                </p:cNvPr>
                <p:cNvSpPr/>
                <p:nvPr>
                  <p:custDataLst>
                    <p:tags r:id="rId6"/>
                  </p:custDataLst>
                </p:nvPr>
              </p:nvSpPr>
              <p:spPr>
                <a:xfrm>
                  <a:off x="5865788" y="4395083"/>
                  <a:ext cx="358552" cy="358552"/>
                </a:xfrm>
                <a:prstGeom prst="ellipse">
                  <a:avLst/>
                </a:prstGeom>
                <a:solidFill>
                  <a:schemeClr val="bg1"/>
                </a:solidFill>
                <a:ln w="3810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2400" b="1" dirty="0">
                      <a:solidFill>
                        <a:schemeClr val="accent2"/>
                      </a:solidFill>
                    </a:rPr>
                    <a:t>2</a:t>
                  </a:r>
                  <a:endParaRPr lang="zh-CN" altLang="en-US" sz="2400" b="1" dirty="0">
                    <a:solidFill>
                      <a:schemeClr val="accent2"/>
                    </a:solidFill>
                  </a:endParaRPr>
                </a:p>
              </p:txBody>
            </p:sp>
            <p:sp>
              <p:nvSpPr>
                <p:cNvPr id="26" name="Body-2">
                  <a:extLst>
                    <a:ext uri="{FF2B5EF4-FFF2-40B4-BE49-F238E27FC236}">
                      <a16:creationId xmlns:a16="http://schemas.microsoft.com/office/drawing/2014/main" id="{2B7D5DF2-88D2-482A-5300-B9835BB0F56D}"/>
                    </a:ext>
                  </a:extLst>
                </p:cNvPr>
                <p:cNvSpPr/>
                <p:nvPr>
                  <p:custDataLst>
                    <p:tags r:id="rId7"/>
                  </p:custDataLst>
                </p:nvPr>
              </p:nvSpPr>
              <p:spPr>
                <a:xfrm>
                  <a:off x="673739" y="4485727"/>
                  <a:ext cx="2824266" cy="711186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108000" tIns="108000" rIns="108000" bIns="108000" rtlCol="0" anchor="t" anchorCtr="0">
                  <a:no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marR="0" lvl="0" indent="0" defTabSz="913765" rtl="0" eaLnBrk="1" fontAlgn="auto" latinLnBrk="0" hangingPunct="1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100000"/>
                    <a:buFontTx/>
                    <a:buNone/>
                    <a:defRPr/>
                  </a:pPr>
                  <a:r>
                    <a:rPr lang="zh-CN" altLang="en-US" sz="1200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latin typeface="+mn-ea"/>
                    </a:rPr>
                    <a:t>从按需求完成功能的开发者到负责核心业务系统架构设计、保证高质量交付物的角色转变</a:t>
                  </a:r>
                  <a:endParaRPr lang="en-US" altLang="zh-CN" sz="12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ea"/>
                  </a:endParaRPr>
                </a:p>
              </p:txBody>
            </p:sp>
            <p:sp>
              <p:nvSpPr>
                <p:cNvPr id="27" name="Title-2">
                  <a:extLst>
                    <a:ext uri="{FF2B5EF4-FFF2-40B4-BE49-F238E27FC236}">
                      <a16:creationId xmlns:a16="http://schemas.microsoft.com/office/drawing/2014/main" id="{A89AF205-97D1-187E-8F89-37B19A2D80BF}"/>
                    </a:ext>
                  </a:extLst>
                </p:cNvPr>
                <p:cNvSpPr/>
                <p:nvPr>
                  <p:custDataLst>
                    <p:tags r:id="rId8"/>
                  </p:custDataLst>
                </p:nvPr>
              </p:nvSpPr>
              <p:spPr>
                <a:xfrm>
                  <a:off x="618976" y="4224460"/>
                  <a:ext cx="2869714" cy="23829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108000" tIns="108000" rIns="108000" bIns="108000" rtlCol="0" anchor="ctr" anchorCtr="0">
                  <a:no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marR="0" lvl="1" indent="0" algn="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defRPr/>
                  </a:pPr>
                  <a:r>
                    <a:rPr lang="zh-CN" altLang="en-US" b="1" dirty="0">
                      <a:solidFill>
                        <a:schemeClr val="accent3"/>
                      </a:solidFill>
                      <a:latin typeface="+mj-ea"/>
                      <a:ea typeface="+mj-ea"/>
                      <a:sym typeface="Arial" panose="020B0604020202020204" pitchFamily="34" charset="0"/>
                    </a:rPr>
                    <a:t>角色转变</a:t>
                  </a:r>
                  <a:endParaRPr kumimoji="0" lang="en-US" altLang="zh-CN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3"/>
                    </a:solidFill>
                    <a:effectLst/>
                    <a:uLnTx/>
                    <a:uFillTx/>
                    <a:latin typeface="+mj-ea"/>
                    <a:ea typeface="+mj-ea"/>
                    <a:sym typeface="Arial" panose="020B0604020202020204" pitchFamily="34" charset="0"/>
                  </a:endParaRPr>
                </a:p>
              </p:txBody>
            </p:sp>
          </p:grpSp>
          <p:grpSp>
            <p:nvGrpSpPr>
              <p:cNvPr id="13" name="组合 01">
                <a:extLst>
                  <a:ext uri="{FF2B5EF4-FFF2-40B4-BE49-F238E27FC236}">
                    <a16:creationId xmlns:a16="http://schemas.microsoft.com/office/drawing/2014/main" id="{BA0B5155-E144-B8F1-34F6-F3969FC3CAB8}"/>
                  </a:ext>
                </a:extLst>
              </p:cNvPr>
              <p:cNvGrpSpPr/>
              <p:nvPr/>
            </p:nvGrpSpPr>
            <p:grpSpPr>
              <a:xfrm>
                <a:off x="618976" y="1589217"/>
                <a:ext cx="6486375" cy="2297865"/>
                <a:chOff x="618976" y="1589217"/>
                <a:chExt cx="6486375" cy="2297865"/>
              </a:xfrm>
            </p:grpSpPr>
            <p:sp>
              <p:nvSpPr>
                <p:cNvPr id="14" name="1">
                  <a:extLst>
                    <a:ext uri="{FF2B5EF4-FFF2-40B4-BE49-F238E27FC236}">
                      <a16:creationId xmlns:a16="http://schemas.microsoft.com/office/drawing/2014/main" id="{2AA87682-2D70-09DC-613B-664C1A3E05E9}"/>
                    </a:ext>
                  </a:extLst>
                </p:cNvPr>
                <p:cNvSpPr/>
                <p:nvPr/>
              </p:nvSpPr>
              <p:spPr>
                <a:xfrm rot="7125587">
                  <a:off x="4716856" y="1498588"/>
                  <a:ext cx="2297865" cy="2479124"/>
                </a:xfrm>
                <a:custGeom>
                  <a:avLst/>
                  <a:gdLst>
                    <a:gd name="connsiteX0" fmla="*/ 43734 w 2144482"/>
                    <a:gd name="connsiteY0" fmla="*/ 0 h 2313582"/>
                    <a:gd name="connsiteX1" fmla="*/ 43838 w 2144482"/>
                    <a:gd name="connsiteY1" fmla="*/ 10506 h 2313582"/>
                    <a:gd name="connsiteX2" fmla="*/ 1292287 w 2144482"/>
                    <a:gd name="connsiteY2" fmla="*/ 1532073 h 2313582"/>
                    <a:gd name="connsiteX3" fmla="*/ 2100811 w 2144482"/>
                    <a:gd name="connsiteY3" fmla="*/ 1514989 h 2313582"/>
                    <a:gd name="connsiteX4" fmla="*/ 2144482 w 2144482"/>
                    <a:gd name="connsiteY4" fmla="*/ 1500251 h 2313582"/>
                    <a:gd name="connsiteX5" fmla="*/ 2141060 w 2144482"/>
                    <a:gd name="connsiteY5" fmla="*/ 1509033 h 2313582"/>
                    <a:gd name="connsiteX6" fmla="*/ 1170480 w 2144482"/>
                    <a:gd name="connsiteY6" fmla="*/ 2313582 h 2313582"/>
                    <a:gd name="connsiteX7" fmla="*/ 0 w 2144482"/>
                    <a:gd name="connsiteY7" fmla="*/ 488754 h 2313582"/>
                    <a:gd name="connsiteX8" fmla="*/ 23780 w 2144482"/>
                    <a:gd name="connsiteY8" fmla="*/ 120987 h 2313582"/>
                    <a:gd name="connsiteX9" fmla="*/ 43734 w 2144482"/>
                    <a:gd name="connsiteY9" fmla="*/ 0 h 231358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2144482" h="2313582">
                      <a:moveTo>
                        <a:pt x="43734" y="0"/>
                      </a:moveTo>
                      <a:lnTo>
                        <a:pt x="43838" y="10506"/>
                      </a:lnTo>
                      <a:cubicBezTo>
                        <a:pt x="85861" y="729340"/>
                        <a:pt x="575833" y="1360985"/>
                        <a:pt x="1292287" y="1532073"/>
                      </a:cubicBezTo>
                      <a:cubicBezTo>
                        <a:pt x="1567847" y="1597876"/>
                        <a:pt x="1844302" y="1587763"/>
                        <a:pt x="2100811" y="1514989"/>
                      </a:cubicBezTo>
                      <a:lnTo>
                        <a:pt x="2144482" y="1500251"/>
                      </a:lnTo>
                      <a:lnTo>
                        <a:pt x="2141060" y="1509033"/>
                      </a:lnTo>
                      <a:cubicBezTo>
                        <a:pt x="1930717" y="1994440"/>
                        <a:pt x="1574504" y="2313582"/>
                        <a:pt x="1170480" y="2313582"/>
                      </a:cubicBezTo>
                      <a:cubicBezTo>
                        <a:pt x="524042" y="2313582"/>
                        <a:pt x="0" y="1496579"/>
                        <a:pt x="0" y="488754"/>
                      </a:cubicBezTo>
                      <a:cubicBezTo>
                        <a:pt x="0" y="362776"/>
                        <a:pt x="8188" y="239780"/>
                        <a:pt x="23780" y="120987"/>
                      </a:cubicBezTo>
                      <a:lnTo>
                        <a:pt x="43734" y="0"/>
                      </a:lnTo>
                      <a:close/>
                    </a:path>
                  </a:pathLst>
                </a:custGeom>
                <a:gradFill>
                  <a:gsLst>
                    <a:gs pos="18000">
                      <a:schemeClr val="accent2"/>
                    </a:gs>
                    <a:gs pos="100000">
                      <a:schemeClr val="accent4"/>
                    </a:gs>
                  </a:gsLst>
                  <a:lin ang="2700000" scaled="0"/>
                </a:gradFill>
                <a:ln>
                  <a:noFill/>
                </a:ln>
                <a:effectLst>
                  <a:outerShdw blurRad="114300" dist="50800" dir="8100000" algn="tr" rotWithShape="0">
                    <a:schemeClr val="accent3">
                      <a:alpha val="20000"/>
                    </a:schemeClr>
                  </a:outerShdw>
                </a:effectLst>
              </p:spPr>
              <p:style>
                <a:lnRef idx="2">
                  <a:srgbClr val="376FFF">
                    <a:shade val="50000"/>
                  </a:srgbClr>
                </a:lnRef>
                <a:fillRef idx="1">
                  <a:srgbClr val="376FFF"/>
                </a:fillRef>
                <a:effectRef idx="0">
                  <a:srgbClr val="376FFF"/>
                </a:effectRef>
                <a:fontRef idx="minor">
                  <a:srgbClr val="FFFFFF"/>
                </a:fontRef>
              </p:style>
              <p:txBody>
                <a:bodyPr vert="horz" wrap="square" numCol="1" spcCol="0" rtlCol="0" fromWordArt="0" anchor="ctr" anchorCtr="0" forceAA="0" compatLnSpc="1">
                  <a:no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rgbClr val="FFFFFF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+mn-ea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rgbClr val="FFFFFF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+mn-ea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rgbClr val="FFFFFF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+mn-ea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rgbClr val="FFFFFF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+mn-ea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rgbClr val="FFFFFF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+mn-ea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rgbClr val="FFFFFF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+mn-ea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rgbClr val="FFFFFF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+mn-ea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rgbClr val="FFFFFF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+mn-ea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rgbClr val="FFFFFF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+mn-ea"/>
                    </a:defRPr>
                  </a:lvl9pPr>
                </a:lstStyle>
                <a:p>
                  <a:pPr algn="ctr"/>
                  <a:endParaRPr lang="zh-CN" altLang="en-US">
                    <a:sym typeface="微软雅黑" panose="020B0503020204020204" charset="-122"/>
                  </a:endParaRPr>
                </a:p>
              </p:txBody>
            </p:sp>
            <p:sp>
              <p:nvSpPr>
                <p:cNvPr id="15" name="1">
                  <a:extLst>
                    <a:ext uri="{FF2B5EF4-FFF2-40B4-BE49-F238E27FC236}">
                      <a16:creationId xmlns:a16="http://schemas.microsoft.com/office/drawing/2014/main" id="{2FAC9E9A-4072-FB14-DEE4-FA37C37CBDB5}"/>
                    </a:ext>
                  </a:extLst>
                </p:cNvPr>
                <p:cNvSpPr/>
                <p:nvPr/>
              </p:nvSpPr>
              <p:spPr>
                <a:xfrm>
                  <a:off x="673739" y="1603794"/>
                  <a:ext cx="3054425" cy="1107739"/>
                </a:xfrm>
                <a:prstGeom prst="rect">
                  <a:avLst/>
                </a:prstGeom>
                <a:solidFill>
                  <a:schemeClr val="accent1">
                    <a:lumMod val="20000"/>
                    <a:lumOff val="80000"/>
                    <a:alpha val="3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6" name="1">
                  <a:extLst>
                    <a:ext uri="{FF2B5EF4-FFF2-40B4-BE49-F238E27FC236}">
                      <a16:creationId xmlns:a16="http://schemas.microsoft.com/office/drawing/2014/main" id="{325A97BE-A789-37C6-0D75-E87AF09B8B0D}"/>
                    </a:ext>
                  </a:extLst>
                </p:cNvPr>
                <p:cNvSpPr/>
                <p:nvPr/>
              </p:nvSpPr>
              <p:spPr>
                <a:xfrm>
                  <a:off x="3645632" y="1603794"/>
                  <a:ext cx="82532" cy="1107739"/>
                </a:xfrm>
                <a:prstGeom prst="rect">
                  <a:avLst/>
                </a:prstGeom>
                <a:gradFill flip="none" rotWithShape="1">
                  <a:gsLst>
                    <a:gs pos="18000">
                      <a:schemeClr val="accent2"/>
                    </a:gs>
                    <a:gs pos="100000">
                      <a:schemeClr val="accent4"/>
                    </a:gs>
                  </a:gsLst>
                  <a:lin ang="16200000" scaled="1"/>
                  <a:tileRect/>
                </a:gradFill>
                <a:ln>
                  <a:noFill/>
                </a:ln>
                <a:effectLst/>
              </p:spPr>
              <p:style>
                <a:lnRef idx="2">
                  <a:srgbClr val="376FFF">
                    <a:shade val="50000"/>
                  </a:srgbClr>
                </a:lnRef>
                <a:fillRef idx="1">
                  <a:srgbClr val="376FFF"/>
                </a:fillRef>
                <a:effectRef idx="0">
                  <a:srgbClr val="376FFF"/>
                </a:effectRef>
                <a:fontRef idx="minor">
                  <a:srgbClr val="FFFFFF"/>
                </a:fontRef>
              </p:style>
              <p:txBody>
                <a:bodyPr vert="horz" wrap="square" numCol="1" spcCol="0" rtlCol="0" fromWordArt="0" anchor="ctr" anchorCtr="0" forceAA="0" compatLnSpc="1">
                  <a:noAutofit/>
                </a:bodyPr>
                <a:lstStyle/>
                <a:p>
                  <a:pPr algn="ctr"/>
                  <a:endParaRPr lang="zh-CN" altLang="en-US">
                    <a:solidFill>
                      <a:srgbClr val="FFFFFF"/>
                    </a:solidFill>
                    <a:latin typeface="微软雅黑" panose="020B0503020204020204" charset="-122"/>
                    <a:ea typeface="微软雅黑" panose="020B0503020204020204" charset="-122"/>
                    <a:cs typeface="+mn-ea"/>
                  </a:endParaRPr>
                </a:p>
              </p:txBody>
            </p:sp>
            <p:cxnSp>
              <p:nvCxnSpPr>
                <p:cNvPr id="17" name="1">
                  <a:extLst>
                    <a:ext uri="{FF2B5EF4-FFF2-40B4-BE49-F238E27FC236}">
                      <a16:creationId xmlns:a16="http://schemas.microsoft.com/office/drawing/2014/main" id="{A5B5B357-F7AE-D7D9-6961-8A416F565C9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891280" y="2157663"/>
                  <a:ext cx="640080" cy="0"/>
                </a:xfrm>
                <a:prstGeom prst="line">
                  <a:avLst/>
                </a:prstGeom>
                <a:ln>
                  <a:solidFill>
                    <a:schemeClr val="accent1"/>
                  </a:solidFill>
                  <a:headEnd type="none"/>
                  <a:tailEnd type="oval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8" name="Index-1">
                  <a:extLst>
                    <a:ext uri="{FF2B5EF4-FFF2-40B4-BE49-F238E27FC236}">
                      <a16:creationId xmlns:a16="http://schemas.microsoft.com/office/drawing/2014/main" id="{8F50576E-73FE-BABA-B938-657E53B6B1BE}"/>
                    </a:ext>
                  </a:extLst>
                </p:cNvPr>
                <p:cNvSpPr/>
                <p:nvPr>
                  <p:custDataLst>
                    <p:tags r:id="rId3"/>
                  </p:custDataLst>
                </p:nvPr>
              </p:nvSpPr>
              <p:spPr>
                <a:xfrm>
                  <a:off x="4804675" y="2455355"/>
                  <a:ext cx="358552" cy="358552"/>
                </a:xfrm>
                <a:prstGeom prst="ellipse">
                  <a:avLst/>
                </a:prstGeom>
                <a:solidFill>
                  <a:schemeClr val="bg1"/>
                </a:solidFill>
                <a:ln w="3810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2400" b="1" dirty="0">
                      <a:solidFill>
                        <a:schemeClr val="accent3"/>
                      </a:solidFill>
                    </a:rPr>
                    <a:t>1</a:t>
                  </a:r>
                  <a:endParaRPr lang="zh-CN" altLang="en-US" sz="2400" b="1" dirty="0">
                    <a:solidFill>
                      <a:schemeClr val="accent3"/>
                    </a:solidFill>
                  </a:endParaRPr>
                </a:p>
              </p:txBody>
            </p:sp>
            <p:sp>
              <p:nvSpPr>
                <p:cNvPr id="19" name="Body-1">
                  <a:extLst>
                    <a:ext uri="{FF2B5EF4-FFF2-40B4-BE49-F238E27FC236}">
                      <a16:creationId xmlns:a16="http://schemas.microsoft.com/office/drawing/2014/main" id="{FB643D88-7CCB-C4AA-CA4A-C2C3078BC1E3}"/>
                    </a:ext>
                  </a:extLst>
                </p:cNvPr>
                <p:cNvSpPr/>
                <p:nvPr>
                  <p:custDataLst>
                    <p:tags r:id="rId4"/>
                  </p:custDataLst>
                </p:nvPr>
              </p:nvSpPr>
              <p:spPr>
                <a:xfrm>
                  <a:off x="673739" y="2000347"/>
                  <a:ext cx="2824266" cy="711186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108000" tIns="108000" rIns="108000" bIns="108000" rtlCol="0" anchor="t" anchorCtr="0">
                  <a:no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lvl="0" defTabSz="913765">
                    <a:lnSpc>
                      <a:spcPct val="120000"/>
                    </a:lnSpc>
                    <a:buSzPct val="100000"/>
                    <a:defRPr/>
                  </a:pPr>
                  <a:r>
                    <a:rPr lang="zh-CN" altLang="en-US" sz="1300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latin typeface="+mn-ea"/>
                    </a:rPr>
                    <a:t>申请晋升至 </a:t>
                  </a:r>
                  <a:r>
                    <a:rPr lang="en-US" altLang="zh-CN" sz="1300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latin typeface="+mn-ea"/>
                    </a:rPr>
                    <a:t>EIII, </a:t>
                  </a:r>
                  <a:r>
                    <a:rPr lang="zh-CN" altLang="en-US" sz="1300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latin typeface="+mn-ea"/>
                    </a:rPr>
                    <a:t>承担更大职责</a:t>
                  </a:r>
                  <a:endParaRPr lang="en-US" altLang="zh-CN" sz="13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ea"/>
                  </a:endParaRPr>
                </a:p>
              </p:txBody>
            </p:sp>
            <p:sp>
              <p:nvSpPr>
                <p:cNvPr id="20" name="Title-1">
                  <a:extLst>
                    <a:ext uri="{FF2B5EF4-FFF2-40B4-BE49-F238E27FC236}">
                      <a16:creationId xmlns:a16="http://schemas.microsoft.com/office/drawing/2014/main" id="{46E5878F-4115-5FA8-CF1B-C0D8CB54994E}"/>
                    </a:ext>
                  </a:extLst>
                </p:cNvPr>
                <p:cNvSpPr/>
                <p:nvPr>
                  <p:custDataLst>
                    <p:tags r:id="rId5"/>
                  </p:custDataLst>
                </p:nvPr>
              </p:nvSpPr>
              <p:spPr>
                <a:xfrm>
                  <a:off x="618976" y="1739080"/>
                  <a:ext cx="2869714" cy="23829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108000" tIns="108000" rIns="108000" bIns="108000" rtlCol="0" anchor="ctr" anchorCtr="0">
                  <a:no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marR="0" lvl="1" indent="0" algn="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defRPr/>
                  </a:pPr>
                  <a:r>
                    <a:rPr lang="zh-CN" altLang="en-US" b="1" dirty="0">
                      <a:solidFill>
                        <a:schemeClr val="accent3"/>
                      </a:solidFill>
                      <a:latin typeface="+mj-ea"/>
                      <a:ea typeface="+mj-ea"/>
                      <a:sym typeface="Arial" panose="020B0604020202020204" pitchFamily="34" charset="0"/>
                    </a:rPr>
                    <a:t>职位目标</a:t>
                  </a:r>
                  <a:endParaRPr kumimoji="0" lang="en-US" altLang="zh-CN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3"/>
                    </a:solidFill>
                    <a:effectLst/>
                    <a:uLnTx/>
                    <a:uFillTx/>
                    <a:latin typeface="+mj-ea"/>
                    <a:ea typeface="+mj-ea"/>
                    <a:sym typeface="Arial" panose="020B0604020202020204" pitchFamily="34" charset="0"/>
                  </a:endParaRPr>
                </a:p>
              </p:txBody>
            </p:sp>
          </p:grpSp>
        </p:grp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060EA9C2-A147-EE01-D999-19CF3FA6E63C}"/>
                </a:ext>
              </a:extLst>
            </p:cNvPr>
            <p:cNvSpPr txBox="1"/>
            <p:nvPr/>
          </p:nvSpPr>
          <p:spPr>
            <a:xfrm>
              <a:off x="2882002" y="1290633"/>
              <a:ext cx="308610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lvl="1" algn="r">
                <a:defRPr/>
              </a:pPr>
              <a:r>
                <a:rPr lang="zh-CN" altLang="en-US" dirty="0">
                  <a:solidFill>
                    <a:srgbClr val="000000"/>
                  </a:solidFill>
                  <a:latin typeface="Microsoft YaHei" pitchFamily="34" charset="0"/>
                  <a:ea typeface="Microsoft YaHei" pitchFamily="34" charset="-122"/>
                </a:rPr>
                <a:t>申请晋升</a:t>
              </a:r>
              <a:r>
                <a:rPr lang="en-US" altLang="zh-CN" dirty="0">
                  <a:solidFill>
                    <a:srgbClr val="000000"/>
                  </a:solidFill>
                  <a:latin typeface="Microsoft YaHei" pitchFamily="34" charset="0"/>
                  <a:ea typeface="Microsoft YaHei" pitchFamily="34" charset="-122"/>
                </a:rPr>
                <a:t>EIII</a:t>
              </a:r>
              <a:r>
                <a:rPr lang="zh-CN" altLang="en-US" dirty="0">
                  <a:solidFill>
                    <a:srgbClr val="000000"/>
                  </a:solidFill>
                  <a:latin typeface="Microsoft YaHei" pitchFamily="34" charset="0"/>
                  <a:ea typeface="Microsoft YaHei" pitchFamily="34" charset="-122"/>
                </a:rPr>
                <a:t>，创造更大价值</a:t>
              </a:r>
            </a:p>
          </p:txBody>
        </p:sp>
      </p:grpSp>
      <p:grpSp>
        <p:nvGrpSpPr>
          <p:cNvPr id="63" name="组合 62">
            <a:extLst>
              <a:ext uri="{FF2B5EF4-FFF2-40B4-BE49-F238E27FC236}">
                <a16:creationId xmlns:a16="http://schemas.microsoft.com/office/drawing/2014/main" id="{17C82981-5C5E-9782-670C-DCB669DB7630}"/>
              </a:ext>
            </a:extLst>
          </p:cNvPr>
          <p:cNvGrpSpPr/>
          <p:nvPr/>
        </p:nvGrpSpPr>
        <p:grpSpPr>
          <a:xfrm>
            <a:off x="338637" y="285750"/>
            <a:ext cx="8344854" cy="400050"/>
            <a:chOff x="338637" y="285750"/>
            <a:chExt cx="8344854" cy="400050"/>
          </a:xfrm>
        </p:grpSpPr>
        <p:sp>
          <p:nvSpPr>
            <p:cNvPr id="64" name="Text 1">
              <a:extLst>
                <a:ext uri="{FF2B5EF4-FFF2-40B4-BE49-F238E27FC236}">
                  <a16:creationId xmlns:a16="http://schemas.microsoft.com/office/drawing/2014/main" id="{10F95EAA-B8DD-4480-11FA-89E7210B101C}"/>
                </a:ext>
              </a:extLst>
            </p:cNvPr>
            <p:cNvSpPr/>
            <p:nvPr/>
          </p:nvSpPr>
          <p:spPr>
            <a:xfrm>
              <a:off x="682491" y="285750"/>
              <a:ext cx="8001000" cy="400050"/>
            </a:xfrm>
            <a:prstGeom prst="rect">
              <a:avLst/>
            </a:prstGeom>
            <a:noFill/>
            <a:ln/>
          </p:spPr>
          <p:txBody>
            <a:bodyPr vert="horz" wrap="square" lIns="0" tIns="0" rIns="0" bIns="0" rtlCol="0" anchor="ctr"/>
            <a:lstStyle/>
            <a:p>
              <a:pPr marL="0" indent="0" algn="l">
                <a:lnSpc>
                  <a:spcPts val="3150"/>
                </a:lnSpc>
                <a:buNone/>
              </a:pPr>
              <a:r>
                <a:rPr lang="zh-CN" altLang="en-US" sz="2250" b="1" dirty="0">
                  <a:solidFill>
                    <a:srgbClr val="000000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个人简介与目标</a:t>
              </a:r>
              <a:endParaRPr lang="en-US" sz="2250" dirty="0"/>
            </a:p>
          </p:txBody>
        </p:sp>
        <p:sp>
          <p:nvSpPr>
            <p:cNvPr id="65" name="Text 3">
              <a:extLst>
                <a:ext uri="{FF2B5EF4-FFF2-40B4-BE49-F238E27FC236}">
                  <a16:creationId xmlns:a16="http://schemas.microsoft.com/office/drawing/2014/main" id="{6E9731DC-BCA3-8457-A12E-8298BF129CFD}"/>
                </a:ext>
              </a:extLst>
            </p:cNvPr>
            <p:cNvSpPr/>
            <p:nvPr/>
          </p:nvSpPr>
          <p:spPr>
            <a:xfrm>
              <a:off x="338637" y="319087"/>
              <a:ext cx="352425" cy="333375"/>
            </a:xfrm>
            <a:prstGeom prst="rect">
              <a:avLst/>
            </a:prstGeom>
            <a:noFill/>
            <a:ln/>
          </p:spPr>
          <p:txBody>
            <a:bodyPr vert="horz" wrap="square" lIns="0" tIns="0" rIns="0" bIns="0" rtlCol="0" anchor="ctr"/>
            <a:lstStyle/>
            <a:p>
              <a:pPr marL="0" indent="0" algn="l">
                <a:lnSpc>
                  <a:spcPts val="3038"/>
                </a:lnSpc>
                <a:buNone/>
              </a:pPr>
              <a:r>
                <a:rPr lang="en-US" sz="1875" b="1" dirty="0">
                  <a:solidFill>
                    <a:srgbClr val="4784CB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01</a:t>
              </a:r>
              <a:endParaRPr lang="en-US" sz="1875" dirty="0"/>
            </a:p>
          </p:txBody>
        </p:sp>
      </p:grpSp>
    </p:spTree>
    <p:extLst>
      <p:ext uri="{BB962C8B-B14F-4D97-AF65-F5344CB8AC3E}">
        <p14:creationId xmlns:p14="http://schemas.microsoft.com/office/powerpoint/2010/main" val="38459888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11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DB6A33-94B3-D13A-0B21-D299418778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203F8F7B-A8AC-D1F1-BA34-7F5AB0537F15}"/>
              </a:ext>
            </a:extLst>
          </p:cNvPr>
          <p:cNvSpPr/>
          <p:nvPr/>
        </p:nvSpPr>
        <p:spPr>
          <a:xfrm>
            <a:off x="0" y="0"/>
            <a:ext cx="9144000" cy="5229225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3" name="Image 0" descr="preencoded.png">
            <a:extLst>
              <a:ext uri="{FF2B5EF4-FFF2-40B4-BE49-F238E27FC236}">
                <a16:creationId xmlns:a16="http://schemas.microsoft.com/office/drawing/2014/main" id="{26D9BECF-26DE-58C4-6493-B329CE9B03CB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 l="820" r="820"/>
          <a:stretch/>
        </p:blipFill>
        <p:spPr>
          <a:xfrm>
            <a:off x="0" y="0"/>
            <a:ext cx="9144000" cy="5229225"/>
          </a:xfrm>
          <a:prstGeom prst="rect">
            <a:avLst/>
          </a:prstGeom>
        </p:spPr>
      </p:pic>
      <p:pic>
        <p:nvPicPr>
          <p:cNvPr id="4" name="Image 1" descr="preencoded.png">
            <a:extLst>
              <a:ext uri="{FF2B5EF4-FFF2-40B4-BE49-F238E27FC236}">
                <a16:creationId xmlns:a16="http://schemas.microsoft.com/office/drawing/2014/main" id="{15D5ABB4-96CB-30A9-42BC-567E0B9B9974}"/>
              </a:ext>
            </a:extLst>
          </p:cNvPr>
          <p:cNvPicPr>
            <a:picLocks noChangeAspect="1"/>
          </p:cNvPicPr>
          <p:nvPr/>
        </p:nvPicPr>
        <p:blipFill>
          <a:blip r:embed="rId14"/>
          <a:srcRect t="3571" b="3571"/>
          <a:stretch/>
        </p:blipFill>
        <p:spPr>
          <a:xfrm>
            <a:off x="0" y="0"/>
            <a:ext cx="9144000" cy="1238250"/>
          </a:xfrm>
          <a:prstGeom prst="rect">
            <a:avLst/>
          </a:prstGeom>
        </p:spPr>
      </p:pic>
      <p:sp>
        <p:nvSpPr>
          <p:cNvPr id="6" name="Text 2">
            <a:extLst>
              <a:ext uri="{FF2B5EF4-FFF2-40B4-BE49-F238E27FC236}">
                <a16:creationId xmlns:a16="http://schemas.microsoft.com/office/drawing/2014/main" id="{09455F11-87A4-38A0-9117-C6D169C95CDD}"/>
              </a:ext>
            </a:extLst>
          </p:cNvPr>
          <p:cNvSpPr/>
          <p:nvPr/>
        </p:nvSpPr>
        <p:spPr>
          <a:xfrm>
            <a:off x="571500" y="742950"/>
            <a:ext cx="8001000" cy="2095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650"/>
              </a:lnSpc>
              <a:buNone/>
            </a:pPr>
            <a:endParaRPr lang="en-US" sz="1200" dirty="0"/>
          </a:p>
        </p:txBody>
      </p:sp>
      <p:pic>
        <p:nvPicPr>
          <p:cNvPr id="7" name="Image 2" descr="preencoded.png">
            <a:extLst>
              <a:ext uri="{FF2B5EF4-FFF2-40B4-BE49-F238E27FC236}">
                <a16:creationId xmlns:a16="http://schemas.microsoft.com/office/drawing/2014/main" id="{635DF38F-02BD-57F3-DBAE-545EC56C835E}"/>
              </a:ext>
            </a:extLst>
          </p:cNvPr>
          <p:cNvPicPr>
            <a:picLocks noChangeAspect="1"/>
          </p:cNvPicPr>
          <p:nvPr/>
        </p:nvPicPr>
        <p:blipFill>
          <a:blip r:embed="rId15"/>
          <a:srcRect/>
          <a:stretch/>
        </p:blipFill>
        <p:spPr>
          <a:xfrm>
            <a:off x="457200" y="1323975"/>
            <a:ext cx="8382000" cy="3609975"/>
          </a:xfrm>
          <a:prstGeom prst="rect">
            <a:avLst/>
          </a:prstGeom>
        </p:spPr>
      </p:pic>
      <p:sp>
        <p:nvSpPr>
          <p:cNvPr id="8" name="Text 3">
            <a:extLst>
              <a:ext uri="{FF2B5EF4-FFF2-40B4-BE49-F238E27FC236}">
                <a16:creationId xmlns:a16="http://schemas.microsoft.com/office/drawing/2014/main" id="{BFC6269A-591C-C1C0-D901-85D475DAC6A2}"/>
              </a:ext>
            </a:extLst>
          </p:cNvPr>
          <p:cNvSpPr/>
          <p:nvPr/>
        </p:nvSpPr>
        <p:spPr>
          <a:xfrm>
            <a:off x="1843088" y="1409700"/>
            <a:ext cx="2667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95A5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500" dirty="0"/>
          </a:p>
        </p:txBody>
      </p:sp>
      <p:sp>
        <p:nvSpPr>
          <p:cNvPr id="9" name="Text 4">
            <a:extLst>
              <a:ext uri="{FF2B5EF4-FFF2-40B4-BE49-F238E27FC236}">
                <a16:creationId xmlns:a16="http://schemas.microsoft.com/office/drawing/2014/main" id="{83EB931F-A06F-5202-937B-FE621AA7A745}"/>
              </a:ext>
            </a:extLst>
          </p:cNvPr>
          <p:cNvSpPr/>
          <p:nvPr/>
        </p:nvSpPr>
        <p:spPr>
          <a:xfrm>
            <a:off x="1162050" y="1800225"/>
            <a:ext cx="1628775" cy="25241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688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平台定位</a:t>
            </a:r>
            <a:endParaRPr lang="en-US" sz="1200" dirty="0"/>
          </a:p>
        </p:txBody>
      </p:sp>
      <p:sp>
        <p:nvSpPr>
          <p:cNvPr id="10" name="Text 5">
            <a:extLst>
              <a:ext uri="{FF2B5EF4-FFF2-40B4-BE49-F238E27FC236}">
                <a16:creationId xmlns:a16="http://schemas.microsoft.com/office/drawing/2014/main" id="{B64BF388-3250-FB4A-8419-85D824F201BC}"/>
              </a:ext>
            </a:extLst>
          </p:cNvPr>
          <p:cNvSpPr/>
          <p:nvPr/>
        </p:nvSpPr>
        <p:spPr>
          <a:xfrm>
            <a:off x="1162050" y="1801994"/>
            <a:ext cx="1628775" cy="10858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650"/>
              </a:lnSpc>
              <a:buNone/>
            </a:pPr>
            <a:r>
              <a:rPr lang="en-US" sz="1050" dirty="0" err="1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CLR是数据中转核心平台</a:t>
            </a:r>
            <a:r>
              <a:rPr lang="zh-CN" altLang="en-US" sz="105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050" dirty="0" err="1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负责多Vendor数据的统一接入与分发</a:t>
            </a:r>
            <a:r>
              <a:rPr lang="zh-CN" altLang="en-US" sz="105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1" name="Text 6">
            <a:extLst>
              <a:ext uri="{FF2B5EF4-FFF2-40B4-BE49-F238E27FC236}">
                <a16:creationId xmlns:a16="http://schemas.microsoft.com/office/drawing/2014/main" id="{EE3CFF0A-7081-EB31-D03C-ED035680003E}"/>
              </a:ext>
            </a:extLst>
          </p:cNvPr>
          <p:cNvSpPr/>
          <p:nvPr/>
        </p:nvSpPr>
        <p:spPr>
          <a:xfrm>
            <a:off x="3624262" y="1409700"/>
            <a:ext cx="2667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AD8E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500" dirty="0"/>
          </a:p>
        </p:txBody>
      </p:sp>
      <p:sp>
        <p:nvSpPr>
          <p:cNvPr id="12" name="Text 7">
            <a:extLst>
              <a:ext uri="{FF2B5EF4-FFF2-40B4-BE49-F238E27FC236}">
                <a16:creationId xmlns:a16="http://schemas.microsoft.com/office/drawing/2014/main" id="{FA985BF5-F743-CB29-E6BF-AAC761BF0AB7}"/>
              </a:ext>
            </a:extLst>
          </p:cNvPr>
          <p:cNvSpPr/>
          <p:nvPr/>
        </p:nvSpPr>
        <p:spPr>
          <a:xfrm>
            <a:off x="2943225" y="1800225"/>
            <a:ext cx="1628775" cy="25241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688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技术架构</a:t>
            </a:r>
            <a:endParaRPr lang="en-US" sz="1200" dirty="0"/>
          </a:p>
        </p:txBody>
      </p:sp>
      <p:sp>
        <p:nvSpPr>
          <p:cNvPr id="13" name="Text 8">
            <a:extLst>
              <a:ext uri="{FF2B5EF4-FFF2-40B4-BE49-F238E27FC236}">
                <a16:creationId xmlns:a16="http://schemas.microsoft.com/office/drawing/2014/main" id="{2021F9EC-D379-B116-683A-DE47A683006E}"/>
              </a:ext>
            </a:extLst>
          </p:cNvPr>
          <p:cNvSpPr/>
          <p:nvPr/>
        </p:nvSpPr>
        <p:spPr>
          <a:xfrm>
            <a:off x="2957921" y="1702118"/>
            <a:ext cx="1628775" cy="10858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650"/>
              </a:lnSpc>
              <a:buNone/>
            </a:pPr>
            <a:r>
              <a:rPr lang="en-US" altLang="zh-CN" sz="1050" dirty="0" err="1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SpringBoot+SqlServer</a:t>
            </a:r>
            <a:r>
              <a:rPr lang="en-US" altLang="zh-CN" sz="105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 </a:t>
            </a:r>
            <a:r>
              <a:rPr lang="en-US" altLang="zh-CN" sz="1050" dirty="0" err="1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Kafka+Redis</a:t>
            </a:r>
            <a:r>
              <a:rPr lang="zh-CN" altLang="en-US" sz="105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4" name="Text 9">
            <a:extLst>
              <a:ext uri="{FF2B5EF4-FFF2-40B4-BE49-F238E27FC236}">
                <a16:creationId xmlns:a16="http://schemas.microsoft.com/office/drawing/2014/main" id="{EA8FFAD4-A235-BE9A-7CEB-9E17B2921C32}"/>
              </a:ext>
            </a:extLst>
          </p:cNvPr>
          <p:cNvSpPr/>
          <p:nvPr/>
        </p:nvSpPr>
        <p:spPr>
          <a:xfrm>
            <a:off x="5405438" y="1409700"/>
            <a:ext cx="2667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95A5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500" dirty="0"/>
          </a:p>
        </p:txBody>
      </p:sp>
      <p:sp>
        <p:nvSpPr>
          <p:cNvPr id="15" name="Text 10">
            <a:extLst>
              <a:ext uri="{FF2B5EF4-FFF2-40B4-BE49-F238E27FC236}">
                <a16:creationId xmlns:a16="http://schemas.microsoft.com/office/drawing/2014/main" id="{CC8030B1-AE8D-8CF1-30FC-5D484839C46D}"/>
              </a:ext>
            </a:extLst>
          </p:cNvPr>
          <p:cNvSpPr/>
          <p:nvPr/>
        </p:nvSpPr>
        <p:spPr>
          <a:xfrm>
            <a:off x="4724400" y="1800225"/>
            <a:ext cx="1628775" cy="25241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688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数据采集</a:t>
            </a:r>
            <a:endParaRPr lang="en-US" sz="1200" dirty="0"/>
          </a:p>
        </p:txBody>
      </p:sp>
      <p:sp>
        <p:nvSpPr>
          <p:cNvPr id="16" name="Text 11">
            <a:extLst>
              <a:ext uri="{FF2B5EF4-FFF2-40B4-BE49-F238E27FC236}">
                <a16:creationId xmlns:a16="http://schemas.microsoft.com/office/drawing/2014/main" id="{2AA304F1-9C16-DD87-C37A-758D9F74F566}"/>
              </a:ext>
            </a:extLst>
          </p:cNvPr>
          <p:cNvSpPr/>
          <p:nvPr/>
        </p:nvSpPr>
        <p:spPr>
          <a:xfrm>
            <a:off x="4753792" y="1843087"/>
            <a:ext cx="1628775" cy="8763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650"/>
              </a:lnSpc>
              <a:buNone/>
            </a:pPr>
            <a:r>
              <a:rPr lang="zh-CN" altLang="en-US" sz="105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</a:rPr>
              <a:t>实时采集来自不同</a:t>
            </a:r>
            <a:r>
              <a:rPr lang="en-US" altLang="zh-CN" sz="105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</a:rPr>
              <a:t>vendor</a:t>
            </a:r>
            <a:r>
              <a:rPr lang="zh-CN" altLang="en-US" sz="105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</a:rPr>
              <a:t>的价格数据。</a:t>
            </a:r>
            <a:endParaRPr lang="en-US" sz="1050" dirty="0"/>
          </a:p>
        </p:txBody>
      </p:sp>
      <p:sp>
        <p:nvSpPr>
          <p:cNvPr id="17" name="Text 12">
            <a:extLst>
              <a:ext uri="{FF2B5EF4-FFF2-40B4-BE49-F238E27FC236}">
                <a16:creationId xmlns:a16="http://schemas.microsoft.com/office/drawing/2014/main" id="{0A00EF62-CF48-6D68-1F5F-7E29DC72C50F}"/>
              </a:ext>
            </a:extLst>
          </p:cNvPr>
          <p:cNvSpPr/>
          <p:nvPr/>
        </p:nvSpPr>
        <p:spPr>
          <a:xfrm>
            <a:off x="7186613" y="1409700"/>
            <a:ext cx="2667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AD8E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500" dirty="0"/>
          </a:p>
        </p:txBody>
      </p:sp>
      <p:sp>
        <p:nvSpPr>
          <p:cNvPr id="18" name="Text 13">
            <a:extLst>
              <a:ext uri="{FF2B5EF4-FFF2-40B4-BE49-F238E27FC236}">
                <a16:creationId xmlns:a16="http://schemas.microsoft.com/office/drawing/2014/main" id="{2DDFE486-1C35-9C1B-F1E9-BCEBF56E7233}"/>
              </a:ext>
            </a:extLst>
          </p:cNvPr>
          <p:cNvSpPr/>
          <p:nvPr/>
        </p:nvSpPr>
        <p:spPr>
          <a:xfrm>
            <a:off x="6505575" y="1800225"/>
            <a:ext cx="1628775" cy="25241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688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数据处理</a:t>
            </a:r>
            <a:endParaRPr lang="en-US" sz="1200" dirty="0"/>
          </a:p>
        </p:txBody>
      </p:sp>
      <p:sp>
        <p:nvSpPr>
          <p:cNvPr id="19" name="Text 14">
            <a:extLst>
              <a:ext uri="{FF2B5EF4-FFF2-40B4-BE49-F238E27FC236}">
                <a16:creationId xmlns:a16="http://schemas.microsoft.com/office/drawing/2014/main" id="{8CC61BF6-9E9E-AD4E-F42C-D1BD2E02AC64}"/>
              </a:ext>
            </a:extLst>
          </p:cNvPr>
          <p:cNvSpPr/>
          <p:nvPr/>
        </p:nvSpPr>
        <p:spPr>
          <a:xfrm>
            <a:off x="6534967" y="1966914"/>
            <a:ext cx="1628775" cy="8763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650"/>
              </a:lnSpc>
              <a:buNone/>
            </a:pPr>
            <a:r>
              <a:rPr lang="en-US" sz="1050" dirty="0" err="1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对数据进行过滤、转换与清洗。消除异常值与重复项</a:t>
            </a:r>
            <a:r>
              <a:rPr lang="en-US" sz="105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20" name="Text 15">
            <a:extLst>
              <a:ext uri="{FF2B5EF4-FFF2-40B4-BE49-F238E27FC236}">
                <a16:creationId xmlns:a16="http://schemas.microsoft.com/office/drawing/2014/main" id="{10CD2749-0AE8-91FB-FFB1-93E93DAAD710}"/>
              </a:ext>
            </a:extLst>
          </p:cNvPr>
          <p:cNvSpPr/>
          <p:nvPr/>
        </p:nvSpPr>
        <p:spPr>
          <a:xfrm>
            <a:off x="7186613" y="3300413"/>
            <a:ext cx="2667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95A5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1500" dirty="0"/>
          </a:p>
        </p:txBody>
      </p:sp>
      <p:sp>
        <p:nvSpPr>
          <p:cNvPr id="21" name="Text 16">
            <a:extLst>
              <a:ext uri="{FF2B5EF4-FFF2-40B4-BE49-F238E27FC236}">
                <a16:creationId xmlns:a16="http://schemas.microsoft.com/office/drawing/2014/main" id="{0F61C528-E2E7-5203-6B62-1EC5930B35DA}"/>
              </a:ext>
            </a:extLst>
          </p:cNvPr>
          <p:cNvSpPr/>
          <p:nvPr/>
        </p:nvSpPr>
        <p:spPr>
          <a:xfrm>
            <a:off x="6505575" y="3690938"/>
            <a:ext cx="1628775" cy="25241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688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路由分发</a:t>
            </a:r>
            <a:endParaRPr lang="en-US" sz="1200" dirty="0"/>
          </a:p>
        </p:txBody>
      </p:sp>
      <p:sp>
        <p:nvSpPr>
          <p:cNvPr id="22" name="Text 17">
            <a:extLst>
              <a:ext uri="{FF2B5EF4-FFF2-40B4-BE49-F238E27FC236}">
                <a16:creationId xmlns:a16="http://schemas.microsoft.com/office/drawing/2014/main" id="{748C64D0-4249-4A58-30BB-139E3A16BEAB}"/>
              </a:ext>
            </a:extLst>
          </p:cNvPr>
          <p:cNvSpPr/>
          <p:nvPr/>
        </p:nvSpPr>
        <p:spPr>
          <a:xfrm>
            <a:off x="6534966" y="3694584"/>
            <a:ext cx="1628775" cy="8763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algn="ctr">
              <a:lnSpc>
                <a:spcPts val="1650"/>
              </a:lnSpc>
            </a:pPr>
            <a:r>
              <a:rPr lang="en-US" altLang="zh-CN" sz="1050" dirty="0" err="1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将处理后数据路由至EPW系统</a:t>
            </a:r>
            <a:r>
              <a:rPr lang="zh-CN" altLang="en-US" sz="105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</a:t>
            </a:r>
            <a:r>
              <a:rPr lang="en-US" altLang="zh-CN" sz="105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CLR</a:t>
            </a:r>
            <a:r>
              <a:rPr lang="zh-CN" altLang="en-US" sz="105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子系统。</a:t>
            </a:r>
            <a:endParaRPr lang="en-US" sz="1050" dirty="0"/>
          </a:p>
        </p:txBody>
      </p:sp>
      <p:sp>
        <p:nvSpPr>
          <p:cNvPr id="23" name="Text 18">
            <a:extLst>
              <a:ext uri="{FF2B5EF4-FFF2-40B4-BE49-F238E27FC236}">
                <a16:creationId xmlns:a16="http://schemas.microsoft.com/office/drawing/2014/main" id="{88FA70E4-0BCC-B1E8-1D5A-AFA996C03055}"/>
              </a:ext>
            </a:extLst>
          </p:cNvPr>
          <p:cNvSpPr/>
          <p:nvPr/>
        </p:nvSpPr>
        <p:spPr>
          <a:xfrm>
            <a:off x="5405438" y="3300413"/>
            <a:ext cx="2667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AD8E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1500" dirty="0"/>
          </a:p>
        </p:txBody>
      </p:sp>
      <p:sp>
        <p:nvSpPr>
          <p:cNvPr id="24" name="Text 19">
            <a:extLst>
              <a:ext uri="{FF2B5EF4-FFF2-40B4-BE49-F238E27FC236}">
                <a16:creationId xmlns:a16="http://schemas.microsoft.com/office/drawing/2014/main" id="{D8E6F8A1-FE54-B10A-0578-42F9150E2E7F}"/>
              </a:ext>
            </a:extLst>
          </p:cNvPr>
          <p:cNvSpPr/>
          <p:nvPr/>
        </p:nvSpPr>
        <p:spPr>
          <a:xfrm>
            <a:off x="4724400" y="3690938"/>
            <a:ext cx="1628775" cy="25241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688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系统协同</a:t>
            </a:r>
            <a:endParaRPr lang="en-US" sz="1200" dirty="0"/>
          </a:p>
        </p:txBody>
      </p:sp>
      <p:sp>
        <p:nvSpPr>
          <p:cNvPr id="25" name="Text 20">
            <a:extLst>
              <a:ext uri="{FF2B5EF4-FFF2-40B4-BE49-F238E27FC236}">
                <a16:creationId xmlns:a16="http://schemas.microsoft.com/office/drawing/2014/main" id="{579E865A-5258-A173-4AA0-743747F3BE36}"/>
              </a:ext>
            </a:extLst>
          </p:cNvPr>
          <p:cNvSpPr/>
          <p:nvPr/>
        </p:nvSpPr>
        <p:spPr>
          <a:xfrm>
            <a:off x="4739095" y="3694584"/>
            <a:ext cx="1628775" cy="8763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algn="ctr">
              <a:lnSpc>
                <a:spcPts val="1650"/>
              </a:lnSpc>
            </a:pPr>
            <a:r>
              <a:rPr lang="en-US" altLang="zh-CN" sz="105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MDW</a:t>
            </a:r>
            <a:r>
              <a:rPr lang="zh-CN" altLang="en-US" sz="105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</a:t>
            </a:r>
            <a:r>
              <a:rPr lang="en-US" altLang="zh-CN" sz="1050" dirty="0" err="1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系统（ASP.NET）协同运行</a:t>
            </a:r>
            <a:endParaRPr lang="en-US" sz="1050" dirty="0"/>
          </a:p>
        </p:txBody>
      </p:sp>
      <p:sp>
        <p:nvSpPr>
          <p:cNvPr id="26" name="Text 21">
            <a:extLst>
              <a:ext uri="{FF2B5EF4-FFF2-40B4-BE49-F238E27FC236}">
                <a16:creationId xmlns:a16="http://schemas.microsoft.com/office/drawing/2014/main" id="{5CE57C91-B806-0E71-0957-F410F57A5387}"/>
              </a:ext>
            </a:extLst>
          </p:cNvPr>
          <p:cNvSpPr/>
          <p:nvPr/>
        </p:nvSpPr>
        <p:spPr>
          <a:xfrm>
            <a:off x="3624262" y="3300413"/>
            <a:ext cx="2667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95A5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1500" dirty="0"/>
          </a:p>
        </p:txBody>
      </p:sp>
      <p:sp>
        <p:nvSpPr>
          <p:cNvPr id="27" name="Text 22">
            <a:extLst>
              <a:ext uri="{FF2B5EF4-FFF2-40B4-BE49-F238E27FC236}">
                <a16:creationId xmlns:a16="http://schemas.microsoft.com/office/drawing/2014/main" id="{AFE3161E-F607-C845-92DA-3F85AEEE59F4}"/>
              </a:ext>
            </a:extLst>
          </p:cNvPr>
          <p:cNvSpPr/>
          <p:nvPr/>
        </p:nvSpPr>
        <p:spPr>
          <a:xfrm>
            <a:off x="2943225" y="3690938"/>
            <a:ext cx="1628775" cy="25241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688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数据可靠</a:t>
            </a:r>
            <a:endParaRPr lang="en-US" sz="1200" dirty="0"/>
          </a:p>
        </p:txBody>
      </p:sp>
      <p:sp>
        <p:nvSpPr>
          <p:cNvPr id="28" name="Text 23">
            <a:extLst>
              <a:ext uri="{FF2B5EF4-FFF2-40B4-BE49-F238E27FC236}">
                <a16:creationId xmlns:a16="http://schemas.microsoft.com/office/drawing/2014/main" id="{8A741A08-CB2E-847D-7D29-88483C7D41E0}"/>
              </a:ext>
            </a:extLst>
          </p:cNvPr>
          <p:cNvSpPr/>
          <p:nvPr/>
        </p:nvSpPr>
        <p:spPr>
          <a:xfrm>
            <a:off x="2943225" y="3694584"/>
            <a:ext cx="1628775" cy="8763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algn="ctr">
              <a:lnSpc>
                <a:spcPts val="1650"/>
              </a:lnSpc>
            </a:pPr>
            <a:r>
              <a:rPr lang="en-US" altLang="zh-CN" sz="1050" dirty="0" err="1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及时、可靠。具备失败重试与补偿机制</a:t>
            </a:r>
            <a:endParaRPr lang="en-US" sz="1050" dirty="0"/>
          </a:p>
        </p:txBody>
      </p:sp>
      <p:sp>
        <p:nvSpPr>
          <p:cNvPr id="29" name="Text 24">
            <a:extLst>
              <a:ext uri="{FF2B5EF4-FFF2-40B4-BE49-F238E27FC236}">
                <a16:creationId xmlns:a16="http://schemas.microsoft.com/office/drawing/2014/main" id="{3446A260-6273-59EB-25E7-2C3924693368}"/>
              </a:ext>
            </a:extLst>
          </p:cNvPr>
          <p:cNvSpPr/>
          <p:nvPr/>
        </p:nvSpPr>
        <p:spPr>
          <a:xfrm>
            <a:off x="1843088" y="3300413"/>
            <a:ext cx="2667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AD8E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</a:t>
            </a:r>
            <a:endParaRPr lang="en-US" sz="1500" dirty="0"/>
          </a:p>
        </p:txBody>
      </p:sp>
      <p:sp>
        <p:nvSpPr>
          <p:cNvPr id="30" name="Text 25">
            <a:extLst>
              <a:ext uri="{FF2B5EF4-FFF2-40B4-BE49-F238E27FC236}">
                <a16:creationId xmlns:a16="http://schemas.microsoft.com/office/drawing/2014/main" id="{640D81BE-57E5-9D7F-3AA4-B71AD453156F}"/>
              </a:ext>
            </a:extLst>
          </p:cNvPr>
          <p:cNvSpPr/>
          <p:nvPr/>
        </p:nvSpPr>
        <p:spPr>
          <a:xfrm>
            <a:off x="1162050" y="3690938"/>
            <a:ext cx="1628775" cy="25241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688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闭环管理</a:t>
            </a:r>
            <a:endParaRPr lang="en-US" sz="1200" dirty="0"/>
          </a:p>
        </p:txBody>
      </p:sp>
      <p:sp>
        <p:nvSpPr>
          <p:cNvPr id="31" name="Text 26">
            <a:extLst>
              <a:ext uri="{FF2B5EF4-FFF2-40B4-BE49-F238E27FC236}">
                <a16:creationId xmlns:a16="http://schemas.microsoft.com/office/drawing/2014/main" id="{A1DEA93F-F285-D7CA-EFAB-77CA61DE4261}"/>
              </a:ext>
            </a:extLst>
          </p:cNvPr>
          <p:cNvSpPr/>
          <p:nvPr/>
        </p:nvSpPr>
        <p:spPr>
          <a:xfrm>
            <a:off x="1176745" y="3765506"/>
            <a:ext cx="1628775" cy="8763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650"/>
              </a:lnSpc>
              <a:buNone/>
            </a:pPr>
            <a:r>
              <a:rPr lang="en-US" sz="1050" dirty="0" err="1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实现从采集到落地的端到端闭环链路。全程可监控</a:t>
            </a:r>
            <a:r>
              <a:rPr lang="zh-CN" altLang="en-US" sz="105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pic>
        <p:nvPicPr>
          <p:cNvPr id="34" name="图片 33">
            <a:extLst>
              <a:ext uri="{FF2B5EF4-FFF2-40B4-BE49-F238E27FC236}">
                <a16:creationId xmlns:a16="http://schemas.microsoft.com/office/drawing/2014/main" id="{5AC2B0E6-9599-F52D-DB1C-2198C9EA3B69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992429" y="80411"/>
            <a:ext cx="958214" cy="538714"/>
          </a:xfrm>
          <a:prstGeom prst="rect">
            <a:avLst/>
          </a:prstGeom>
        </p:spPr>
      </p:pic>
      <p:sp>
        <p:nvSpPr>
          <p:cNvPr id="37" name="文本框 36">
            <a:extLst>
              <a:ext uri="{FF2B5EF4-FFF2-40B4-BE49-F238E27FC236}">
                <a16:creationId xmlns:a16="http://schemas.microsoft.com/office/drawing/2014/main" id="{5A06500A-D9D9-D645-01E0-079E63652586}"/>
              </a:ext>
            </a:extLst>
          </p:cNvPr>
          <p:cNvSpPr txBox="1"/>
          <p:nvPr/>
        </p:nvSpPr>
        <p:spPr>
          <a:xfrm>
            <a:off x="6887673" y="4856634"/>
            <a:ext cx="371834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dirty="0"/>
              <a:t>Information Classification: Limited Access</a:t>
            </a:r>
            <a:endParaRPr lang="zh-CN" altLang="en-US" sz="900" dirty="0"/>
          </a:p>
        </p:txBody>
      </p:sp>
      <p:grpSp>
        <p:nvGrpSpPr>
          <p:cNvPr id="33" name="组合 32">
            <a:extLst>
              <a:ext uri="{FF2B5EF4-FFF2-40B4-BE49-F238E27FC236}">
                <a16:creationId xmlns:a16="http://schemas.microsoft.com/office/drawing/2014/main" id="{5C521B11-BF39-E729-41A4-F7E89C679AE3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1151572" y="1400681"/>
            <a:ext cx="6840856" cy="2599616"/>
            <a:chOff x="870857" y="1654629"/>
            <a:chExt cx="10450877" cy="3971471"/>
          </a:xfrm>
          <a:gradFill flip="none" rotWithShape="1">
            <a:gsLst>
              <a:gs pos="0">
                <a:schemeClr val="bg1">
                  <a:lumMod val="65000"/>
                  <a:tint val="66000"/>
                  <a:satMod val="160000"/>
                </a:schemeClr>
              </a:gs>
              <a:gs pos="50000">
                <a:schemeClr val="bg1">
                  <a:lumMod val="65000"/>
                  <a:tint val="44500"/>
                  <a:satMod val="160000"/>
                </a:schemeClr>
              </a:gs>
              <a:gs pos="100000">
                <a:schemeClr val="bg1">
                  <a:lumMod val="65000"/>
                  <a:tint val="23500"/>
                  <a:satMod val="160000"/>
                </a:schemeClr>
              </a:gs>
            </a:gsLst>
            <a:lin ang="5400000" scaled="1"/>
            <a:tileRect/>
          </a:gradFill>
        </p:grpSpPr>
        <p:grpSp>
          <p:nvGrpSpPr>
            <p:cNvPr id="35" name="组合1">
              <a:extLst>
                <a:ext uri="{FF2B5EF4-FFF2-40B4-BE49-F238E27FC236}">
                  <a16:creationId xmlns:a16="http://schemas.microsoft.com/office/drawing/2014/main" id="{E3A7B246-9E27-64AA-0F62-3866591FECA1}"/>
                </a:ext>
              </a:extLst>
            </p:cNvPr>
            <p:cNvGrpSpPr/>
            <p:nvPr/>
          </p:nvGrpSpPr>
          <p:grpSpPr>
            <a:xfrm>
              <a:off x="870857" y="1654629"/>
              <a:ext cx="4710477" cy="1712825"/>
              <a:chOff x="870857" y="1654629"/>
              <a:chExt cx="4710477" cy="1712825"/>
            </a:xfrm>
            <a:grpFill/>
          </p:grpSpPr>
          <p:sp>
            <p:nvSpPr>
              <p:cNvPr id="61" name="1">
                <a:extLst>
                  <a:ext uri="{FF2B5EF4-FFF2-40B4-BE49-F238E27FC236}">
                    <a16:creationId xmlns:a16="http://schemas.microsoft.com/office/drawing/2014/main" id="{784AF468-A9EB-2745-A09B-AF1BD496E7B7}"/>
                  </a:ext>
                </a:extLst>
              </p:cNvPr>
              <p:cNvSpPr/>
              <p:nvPr/>
            </p:nvSpPr>
            <p:spPr>
              <a:xfrm rot="7409085">
                <a:off x="4107275" y="1893394"/>
                <a:ext cx="1324088" cy="1624031"/>
              </a:xfrm>
              <a:custGeom>
                <a:avLst/>
                <a:gdLst>
                  <a:gd name="connsiteX0" fmla="*/ 0 w 1497986"/>
                  <a:gd name="connsiteY0" fmla="*/ 1626156 h 1626156"/>
                  <a:gd name="connsiteX1" fmla="*/ 549761 w 1497986"/>
                  <a:gd name="connsiteY1" fmla="*/ 0 h 1626156"/>
                  <a:gd name="connsiteX2" fmla="*/ 948225 w 1497986"/>
                  <a:gd name="connsiteY2" fmla="*/ 0 h 1626156"/>
                  <a:gd name="connsiteX3" fmla="*/ 1497986 w 1497986"/>
                  <a:gd name="connsiteY3" fmla="*/ 1626156 h 1626156"/>
                  <a:gd name="connsiteX4" fmla="*/ 0 w 1497986"/>
                  <a:gd name="connsiteY4" fmla="*/ 1626156 h 1626156"/>
                  <a:gd name="connsiteX0" fmla="*/ 0 w 1497986"/>
                  <a:gd name="connsiteY0" fmla="*/ 1626156 h 1626156"/>
                  <a:gd name="connsiteX1" fmla="*/ 549761 w 1497986"/>
                  <a:gd name="connsiteY1" fmla="*/ 0 h 1626156"/>
                  <a:gd name="connsiteX2" fmla="*/ 1164011 w 1497986"/>
                  <a:gd name="connsiteY2" fmla="*/ 35044 h 1626156"/>
                  <a:gd name="connsiteX3" fmla="*/ 1497986 w 1497986"/>
                  <a:gd name="connsiteY3" fmla="*/ 1626156 h 1626156"/>
                  <a:gd name="connsiteX4" fmla="*/ 0 w 1497986"/>
                  <a:gd name="connsiteY4" fmla="*/ 1626156 h 1626156"/>
                  <a:gd name="connsiteX0" fmla="*/ 0 w 1497986"/>
                  <a:gd name="connsiteY0" fmla="*/ 1646287 h 1646287"/>
                  <a:gd name="connsiteX1" fmla="*/ 669784 w 1497986"/>
                  <a:gd name="connsiteY1" fmla="*/ 0 h 1646287"/>
                  <a:gd name="connsiteX2" fmla="*/ 1164011 w 1497986"/>
                  <a:gd name="connsiteY2" fmla="*/ 55175 h 1646287"/>
                  <a:gd name="connsiteX3" fmla="*/ 1497986 w 1497986"/>
                  <a:gd name="connsiteY3" fmla="*/ 1646287 h 1646287"/>
                  <a:gd name="connsiteX4" fmla="*/ 0 w 1497986"/>
                  <a:gd name="connsiteY4" fmla="*/ 1646287 h 1646287"/>
                  <a:gd name="connsiteX0" fmla="*/ 0 w 1349919"/>
                  <a:gd name="connsiteY0" fmla="*/ 1646287 h 1646287"/>
                  <a:gd name="connsiteX1" fmla="*/ 669784 w 1349919"/>
                  <a:gd name="connsiteY1" fmla="*/ 0 h 1646287"/>
                  <a:gd name="connsiteX2" fmla="*/ 1164011 w 1349919"/>
                  <a:gd name="connsiteY2" fmla="*/ 55175 h 1646287"/>
                  <a:gd name="connsiteX3" fmla="*/ 1349919 w 1349919"/>
                  <a:gd name="connsiteY3" fmla="*/ 884924 h 1646287"/>
                  <a:gd name="connsiteX4" fmla="*/ 0 w 1349919"/>
                  <a:gd name="connsiteY4" fmla="*/ 1646287 h 1646287"/>
                  <a:gd name="connsiteX0" fmla="*/ 0 w 1324088"/>
                  <a:gd name="connsiteY0" fmla="*/ 1567339 h 1567339"/>
                  <a:gd name="connsiteX1" fmla="*/ 643953 w 1324088"/>
                  <a:gd name="connsiteY1" fmla="*/ 0 h 1567339"/>
                  <a:gd name="connsiteX2" fmla="*/ 1138180 w 1324088"/>
                  <a:gd name="connsiteY2" fmla="*/ 55175 h 1567339"/>
                  <a:gd name="connsiteX3" fmla="*/ 1324088 w 1324088"/>
                  <a:gd name="connsiteY3" fmla="*/ 884924 h 1567339"/>
                  <a:gd name="connsiteX4" fmla="*/ 0 w 1324088"/>
                  <a:gd name="connsiteY4" fmla="*/ 1567339 h 15673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24088" h="1567339">
                    <a:moveTo>
                      <a:pt x="0" y="1567339"/>
                    </a:moveTo>
                    <a:lnTo>
                      <a:pt x="643953" y="0"/>
                    </a:lnTo>
                    <a:lnTo>
                      <a:pt x="1138180" y="55175"/>
                    </a:lnTo>
                    <a:lnTo>
                      <a:pt x="1324088" y="884924"/>
                    </a:lnTo>
                    <a:lnTo>
                      <a:pt x="0" y="1567339"/>
                    </a:lnTo>
                    <a:close/>
                  </a:path>
                </a:pathLst>
              </a:custGeom>
              <a:grpFill/>
              <a:ln w="0">
                <a:gradFill flip="none" rotWithShape="1">
                  <a:gsLst>
                    <a:gs pos="0">
                      <a:schemeClr val="accent2"/>
                    </a:gs>
                    <a:gs pos="82000">
                      <a:schemeClr val="accent2">
                        <a:alpha val="0"/>
                      </a:schemeClr>
                    </a:gs>
                  </a:gsLst>
                  <a:lin ang="2700000" scaled="1"/>
                  <a:tileRect/>
                </a:gra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2" name="1">
                <a:extLst>
                  <a:ext uri="{FF2B5EF4-FFF2-40B4-BE49-F238E27FC236}">
                    <a16:creationId xmlns:a16="http://schemas.microsoft.com/office/drawing/2014/main" id="{9196D4D0-E640-53A2-0865-AB770EBFD242}"/>
                  </a:ext>
                </a:extLst>
              </p:cNvPr>
              <p:cNvSpPr/>
              <p:nvPr/>
            </p:nvSpPr>
            <p:spPr>
              <a:xfrm>
                <a:off x="870857" y="1654629"/>
                <a:ext cx="3614057" cy="1596571"/>
              </a:xfrm>
              <a:prstGeom prst="roundRect">
                <a:avLst>
                  <a:gd name="adj" fmla="val 7576"/>
                </a:avLst>
              </a:prstGeom>
              <a:grpFill/>
              <a:ln>
                <a:gradFill>
                  <a:gsLst>
                    <a:gs pos="0">
                      <a:schemeClr val="accent2">
                        <a:alpha val="42000"/>
                      </a:schemeClr>
                    </a:gs>
                    <a:gs pos="100000">
                      <a:schemeClr val="accent2"/>
                    </a:gs>
                  </a:gsLst>
                  <a:lin ang="0" scaled="0"/>
                </a:gra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3" name="Index-1">
                <a:extLst>
                  <a:ext uri="{FF2B5EF4-FFF2-40B4-BE49-F238E27FC236}">
                    <a16:creationId xmlns:a16="http://schemas.microsoft.com/office/drawing/2014/main" id="{BF079773-3898-B34A-F779-5EC99663BC13}"/>
                  </a:ext>
                </a:extLst>
              </p:cNvPr>
              <p:cNvSpPr/>
              <p:nvPr>
                <p:custDataLst>
                  <p:tags r:id="rId9"/>
                </p:custDataLst>
              </p:nvPr>
            </p:nvSpPr>
            <p:spPr>
              <a:xfrm>
                <a:off x="3424514" y="1995714"/>
                <a:ext cx="933400" cy="914400"/>
              </a:xfrm>
              <a:prstGeom prst="roundRect">
                <a:avLst>
                  <a:gd name="adj" fmla="val 7576"/>
                </a:avLst>
              </a:prstGeom>
              <a:grpFill/>
              <a:ln w="9525">
                <a:solidFill>
                  <a:schemeClr val="accent2"/>
                </a:solidFill>
              </a:ln>
              <a:effectLst>
                <a:outerShdw blurRad="63500" sx="102000" sy="102000" algn="ctr" rotWithShape="0">
                  <a:schemeClr val="accent2">
                    <a:lumMod val="75000"/>
                    <a:alpha val="40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3200" b="1" dirty="0">
                    <a:latin typeface="+mn-ea"/>
                  </a:rPr>
                  <a:t>1</a:t>
                </a:r>
                <a:endParaRPr lang="zh-CN" altLang="en-US" sz="3200" b="1" dirty="0">
                  <a:latin typeface="+mn-ea"/>
                </a:endParaRPr>
              </a:p>
            </p:txBody>
          </p:sp>
          <p:sp>
            <p:nvSpPr>
              <p:cNvPr id="65" name="Body-1">
                <a:extLst>
                  <a:ext uri="{FF2B5EF4-FFF2-40B4-BE49-F238E27FC236}">
                    <a16:creationId xmlns:a16="http://schemas.microsoft.com/office/drawing/2014/main" id="{341C815E-B315-12D0-EA11-C7D2E3C68E33}"/>
                  </a:ext>
                </a:extLst>
              </p:cNvPr>
              <p:cNvSpPr txBox="1">
                <a:spLocks/>
              </p:cNvSpPr>
              <p:nvPr>
                <p:custDataLst>
                  <p:tags r:id="rId10"/>
                </p:custDataLst>
              </p:nvPr>
            </p:nvSpPr>
            <p:spPr>
              <a:xfrm>
                <a:off x="1032772" y="1842295"/>
                <a:ext cx="2149356" cy="805656"/>
              </a:xfrm>
              <a:prstGeom prst="rect">
                <a:avLst/>
              </a:prstGeom>
              <a:grpFill/>
            </p:spPr>
            <p:txBody>
              <a:bodyPr wrap="square" rtlCol="0" anchor="t" anchorCtr="0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lnSpc>
                    <a:spcPct val="150000"/>
                  </a:lnSpc>
                </a:pPr>
                <a:r>
                  <a:rPr lang="zh-CN" altLang="en-US" sz="1400" dirty="0">
                    <a:solidFill>
                      <a:srgbClr val="000000"/>
                    </a:solidFill>
                    <a:latin typeface="+mn-ea"/>
                    <a:sym typeface="Arial" panose="020B0604020202020204" pitchFamily="34" charset="0"/>
                  </a:rPr>
                  <a:t>参与</a:t>
                </a:r>
                <a:r>
                  <a:rPr lang="en-US" altLang="zh-CN" sz="1400" dirty="0">
                    <a:solidFill>
                      <a:srgbClr val="000000"/>
                    </a:solidFill>
                    <a:latin typeface="+mn-ea"/>
                    <a:sym typeface="Arial" panose="020B0604020202020204" pitchFamily="34" charset="0"/>
                  </a:rPr>
                  <a:t>CLR</a:t>
                </a:r>
                <a:r>
                  <a:rPr lang="zh-CN" altLang="en-US" sz="1400" dirty="0">
                    <a:solidFill>
                      <a:srgbClr val="000000"/>
                    </a:solidFill>
                    <a:latin typeface="+mn-ea"/>
                    <a:sym typeface="Arial" panose="020B0604020202020204" pitchFamily="34" charset="0"/>
                  </a:rPr>
                  <a:t>平台整体的架构设计</a:t>
                </a:r>
                <a:endParaRPr lang="en-US" altLang="zh-CN" sz="1400" dirty="0">
                  <a:solidFill>
                    <a:srgbClr val="000000"/>
                  </a:solidFill>
                  <a:latin typeface="+mn-ea"/>
                  <a:sym typeface="Arial" panose="020B0604020202020204" pitchFamily="34" charset="0"/>
                </a:endParaRPr>
              </a:p>
            </p:txBody>
          </p:sp>
        </p:grpSp>
        <p:grpSp>
          <p:nvGrpSpPr>
            <p:cNvPr id="38" name="组合2">
              <a:extLst>
                <a:ext uri="{FF2B5EF4-FFF2-40B4-BE49-F238E27FC236}">
                  <a16:creationId xmlns:a16="http://schemas.microsoft.com/office/drawing/2014/main" id="{FC68CE7A-50B9-07B3-C86F-52D67EE0A306}"/>
                </a:ext>
              </a:extLst>
            </p:cNvPr>
            <p:cNvGrpSpPr/>
            <p:nvPr/>
          </p:nvGrpSpPr>
          <p:grpSpPr>
            <a:xfrm flipH="1">
              <a:off x="6611257" y="1654629"/>
              <a:ext cx="4710477" cy="1712825"/>
              <a:chOff x="870857" y="1654629"/>
              <a:chExt cx="4710477" cy="1712825"/>
            </a:xfrm>
            <a:grpFill/>
          </p:grpSpPr>
          <p:sp>
            <p:nvSpPr>
              <p:cNvPr id="56" name="2">
                <a:extLst>
                  <a:ext uri="{FF2B5EF4-FFF2-40B4-BE49-F238E27FC236}">
                    <a16:creationId xmlns:a16="http://schemas.microsoft.com/office/drawing/2014/main" id="{D4563852-1460-37B2-56B8-115BAC813412}"/>
                  </a:ext>
                </a:extLst>
              </p:cNvPr>
              <p:cNvSpPr/>
              <p:nvPr/>
            </p:nvSpPr>
            <p:spPr>
              <a:xfrm rot="7409085">
                <a:off x="4107275" y="1893394"/>
                <a:ext cx="1324088" cy="1624031"/>
              </a:xfrm>
              <a:custGeom>
                <a:avLst/>
                <a:gdLst>
                  <a:gd name="connsiteX0" fmla="*/ 0 w 1497986"/>
                  <a:gd name="connsiteY0" fmla="*/ 1626156 h 1626156"/>
                  <a:gd name="connsiteX1" fmla="*/ 549761 w 1497986"/>
                  <a:gd name="connsiteY1" fmla="*/ 0 h 1626156"/>
                  <a:gd name="connsiteX2" fmla="*/ 948225 w 1497986"/>
                  <a:gd name="connsiteY2" fmla="*/ 0 h 1626156"/>
                  <a:gd name="connsiteX3" fmla="*/ 1497986 w 1497986"/>
                  <a:gd name="connsiteY3" fmla="*/ 1626156 h 1626156"/>
                  <a:gd name="connsiteX4" fmla="*/ 0 w 1497986"/>
                  <a:gd name="connsiteY4" fmla="*/ 1626156 h 1626156"/>
                  <a:gd name="connsiteX0" fmla="*/ 0 w 1497986"/>
                  <a:gd name="connsiteY0" fmla="*/ 1626156 h 1626156"/>
                  <a:gd name="connsiteX1" fmla="*/ 549761 w 1497986"/>
                  <a:gd name="connsiteY1" fmla="*/ 0 h 1626156"/>
                  <a:gd name="connsiteX2" fmla="*/ 1164011 w 1497986"/>
                  <a:gd name="connsiteY2" fmla="*/ 35044 h 1626156"/>
                  <a:gd name="connsiteX3" fmla="*/ 1497986 w 1497986"/>
                  <a:gd name="connsiteY3" fmla="*/ 1626156 h 1626156"/>
                  <a:gd name="connsiteX4" fmla="*/ 0 w 1497986"/>
                  <a:gd name="connsiteY4" fmla="*/ 1626156 h 1626156"/>
                  <a:gd name="connsiteX0" fmla="*/ 0 w 1497986"/>
                  <a:gd name="connsiteY0" fmla="*/ 1646287 h 1646287"/>
                  <a:gd name="connsiteX1" fmla="*/ 669784 w 1497986"/>
                  <a:gd name="connsiteY1" fmla="*/ 0 h 1646287"/>
                  <a:gd name="connsiteX2" fmla="*/ 1164011 w 1497986"/>
                  <a:gd name="connsiteY2" fmla="*/ 55175 h 1646287"/>
                  <a:gd name="connsiteX3" fmla="*/ 1497986 w 1497986"/>
                  <a:gd name="connsiteY3" fmla="*/ 1646287 h 1646287"/>
                  <a:gd name="connsiteX4" fmla="*/ 0 w 1497986"/>
                  <a:gd name="connsiteY4" fmla="*/ 1646287 h 1646287"/>
                  <a:gd name="connsiteX0" fmla="*/ 0 w 1349919"/>
                  <a:gd name="connsiteY0" fmla="*/ 1646287 h 1646287"/>
                  <a:gd name="connsiteX1" fmla="*/ 669784 w 1349919"/>
                  <a:gd name="connsiteY1" fmla="*/ 0 h 1646287"/>
                  <a:gd name="connsiteX2" fmla="*/ 1164011 w 1349919"/>
                  <a:gd name="connsiteY2" fmla="*/ 55175 h 1646287"/>
                  <a:gd name="connsiteX3" fmla="*/ 1349919 w 1349919"/>
                  <a:gd name="connsiteY3" fmla="*/ 884924 h 1646287"/>
                  <a:gd name="connsiteX4" fmla="*/ 0 w 1349919"/>
                  <a:gd name="connsiteY4" fmla="*/ 1646287 h 1646287"/>
                  <a:gd name="connsiteX0" fmla="*/ 0 w 1324088"/>
                  <a:gd name="connsiteY0" fmla="*/ 1567339 h 1567339"/>
                  <a:gd name="connsiteX1" fmla="*/ 643953 w 1324088"/>
                  <a:gd name="connsiteY1" fmla="*/ 0 h 1567339"/>
                  <a:gd name="connsiteX2" fmla="*/ 1138180 w 1324088"/>
                  <a:gd name="connsiteY2" fmla="*/ 55175 h 1567339"/>
                  <a:gd name="connsiteX3" fmla="*/ 1324088 w 1324088"/>
                  <a:gd name="connsiteY3" fmla="*/ 884924 h 1567339"/>
                  <a:gd name="connsiteX4" fmla="*/ 0 w 1324088"/>
                  <a:gd name="connsiteY4" fmla="*/ 1567339 h 15673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24088" h="1567339">
                    <a:moveTo>
                      <a:pt x="0" y="1567339"/>
                    </a:moveTo>
                    <a:lnTo>
                      <a:pt x="643953" y="0"/>
                    </a:lnTo>
                    <a:lnTo>
                      <a:pt x="1138180" y="55175"/>
                    </a:lnTo>
                    <a:lnTo>
                      <a:pt x="1324088" y="884924"/>
                    </a:lnTo>
                    <a:lnTo>
                      <a:pt x="0" y="1567339"/>
                    </a:lnTo>
                    <a:close/>
                  </a:path>
                </a:pathLst>
              </a:custGeom>
              <a:grpFill/>
              <a:ln w="0">
                <a:gradFill flip="none" rotWithShape="1">
                  <a:gsLst>
                    <a:gs pos="0">
                      <a:schemeClr val="accent2"/>
                    </a:gs>
                    <a:gs pos="82000">
                      <a:schemeClr val="accent2">
                        <a:alpha val="0"/>
                      </a:schemeClr>
                    </a:gs>
                  </a:gsLst>
                  <a:lin ang="2700000" scaled="1"/>
                  <a:tileRect/>
                </a:gra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7" name="2">
                <a:extLst>
                  <a:ext uri="{FF2B5EF4-FFF2-40B4-BE49-F238E27FC236}">
                    <a16:creationId xmlns:a16="http://schemas.microsoft.com/office/drawing/2014/main" id="{C370933D-35FA-458A-0E49-B080BAF13453}"/>
                  </a:ext>
                </a:extLst>
              </p:cNvPr>
              <p:cNvSpPr/>
              <p:nvPr/>
            </p:nvSpPr>
            <p:spPr>
              <a:xfrm>
                <a:off x="870857" y="1654629"/>
                <a:ext cx="3614057" cy="1596571"/>
              </a:xfrm>
              <a:prstGeom prst="roundRect">
                <a:avLst>
                  <a:gd name="adj" fmla="val 7576"/>
                </a:avLst>
              </a:prstGeom>
              <a:grpFill/>
              <a:ln>
                <a:gradFill>
                  <a:gsLst>
                    <a:gs pos="0">
                      <a:schemeClr val="accent2">
                        <a:alpha val="42000"/>
                      </a:schemeClr>
                    </a:gs>
                    <a:gs pos="100000">
                      <a:schemeClr val="accent2"/>
                    </a:gs>
                  </a:gsLst>
                  <a:lin ang="0" scaled="0"/>
                </a:gra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8" name="Index-2">
                <a:extLst>
                  <a:ext uri="{FF2B5EF4-FFF2-40B4-BE49-F238E27FC236}">
                    <a16:creationId xmlns:a16="http://schemas.microsoft.com/office/drawing/2014/main" id="{4D14C05F-F24E-91AF-BF8D-E83A36FF948F}"/>
                  </a:ext>
                </a:extLst>
              </p:cNvPr>
              <p:cNvSpPr/>
              <p:nvPr>
                <p:custDataLst>
                  <p:tags r:id="rId7"/>
                </p:custDataLst>
              </p:nvPr>
            </p:nvSpPr>
            <p:spPr>
              <a:xfrm>
                <a:off x="3424514" y="1995714"/>
                <a:ext cx="933400" cy="914400"/>
              </a:xfrm>
              <a:prstGeom prst="roundRect">
                <a:avLst>
                  <a:gd name="adj" fmla="val 7576"/>
                </a:avLst>
              </a:prstGeom>
              <a:grpFill/>
              <a:ln w="9525">
                <a:solidFill>
                  <a:schemeClr val="accent2"/>
                </a:solidFill>
              </a:ln>
              <a:effectLst>
                <a:outerShdw blurRad="63500" sx="102000" sy="102000" algn="ctr" rotWithShape="0">
                  <a:schemeClr val="accent2">
                    <a:lumMod val="75000"/>
                    <a:alpha val="40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3200" b="1" dirty="0">
                    <a:latin typeface="+mn-ea"/>
                  </a:rPr>
                  <a:t>2</a:t>
                </a:r>
                <a:endParaRPr lang="zh-CN" altLang="en-US" sz="3200" b="1" dirty="0">
                  <a:latin typeface="+mn-ea"/>
                </a:endParaRPr>
              </a:p>
            </p:txBody>
          </p:sp>
          <p:sp>
            <p:nvSpPr>
              <p:cNvPr id="60" name="Body-2">
                <a:extLst>
                  <a:ext uri="{FF2B5EF4-FFF2-40B4-BE49-F238E27FC236}">
                    <a16:creationId xmlns:a16="http://schemas.microsoft.com/office/drawing/2014/main" id="{4B060851-59B6-8BF1-1F96-F59B6A330A11}"/>
                  </a:ext>
                </a:extLst>
              </p:cNvPr>
              <p:cNvSpPr txBox="1">
                <a:spLocks/>
              </p:cNvSpPr>
              <p:nvPr>
                <p:custDataLst>
                  <p:tags r:id="rId8"/>
                </p:custDataLst>
              </p:nvPr>
            </p:nvSpPr>
            <p:spPr>
              <a:xfrm>
                <a:off x="978324" y="1720180"/>
                <a:ext cx="2149356" cy="805656"/>
              </a:xfrm>
              <a:prstGeom prst="rect">
                <a:avLst/>
              </a:prstGeom>
              <a:grpFill/>
            </p:spPr>
            <p:txBody>
              <a:bodyPr wrap="square" rtlCol="0" anchor="t" anchorCtr="0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lnSpc>
                    <a:spcPct val="150000"/>
                  </a:lnSpc>
                </a:pPr>
                <a:r>
                  <a:rPr lang="zh-CN" altLang="en-US" sz="1400" dirty="0">
                    <a:solidFill>
                      <a:srgbClr val="000000"/>
                    </a:solidFill>
                    <a:latin typeface="+mn-ea"/>
                    <a:sym typeface="Arial" panose="020B0604020202020204" pitchFamily="34" charset="0"/>
                  </a:rPr>
                  <a:t>主导数据采集</a:t>
                </a:r>
                <a:r>
                  <a:rPr lang="en-US" altLang="zh-CN" sz="1400" dirty="0">
                    <a:solidFill>
                      <a:srgbClr val="000000"/>
                    </a:solidFill>
                    <a:latin typeface="+mn-ea"/>
                    <a:sym typeface="Arial" panose="020B0604020202020204" pitchFamily="34" charset="0"/>
                  </a:rPr>
                  <a:t>/</a:t>
                </a:r>
                <a:r>
                  <a:rPr lang="zh-CN" altLang="en-US" sz="1400" dirty="0">
                    <a:solidFill>
                      <a:srgbClr val="000000"/>
                    </a:solidFill>
                    <a:latin typeface="+mn-ea"/>
                    <a:sym typeface="Arial" panose="020B0604020202020204" pitchFamily="34" charset="0"/>
                  </a:rPr>
                  <a:t>处理</a:t>
                </a:r>
                <a:r>
                  <a:rPr lang="en-US" altLang="zh-CN" sz="1400" dirty="0">
                    <a:solidFill>
                      <a:srgbClr val="000000"/>
                    </a:solidFill>
                    <a:latin typeface="+mn-ea"/>
                    <a:sym typeface="Arial" panose="020B0604020202020204" pitchFamily="34" charset="0"/>
                  </a:rPr>
                  <a:t>/</a:t>
                </a:r>
                <a:r>
                  <a:rPr lang="zh-CN" altLang="en-US" sz="1400" dirty="0">
                    <a:solidFill>
                      <a:srgbClr val="000000"/>
                    </a:solidFill>
                    <a:latin typeface="+mn-ea"/>
                    <a:sym typeface="Arial" panose="020B0604020202020204" pitchFamily="34" charset="0"/>
                  </a:rPr>
                  <a:t>分发核心模块开发</a:t>
                </a:r>
                <a:endParaRPr lang="en-US" altLang="zh-CN" sz="1400" dirty="0">
                  <a:solidFill>
                    <a:srgbClr val="000000"/>
                  </a:solidFill>
                  <a:latin typeface="+mn-ea"/>
                  <a:sym typeface="Arial" panose="020B0604020202020204" pitchFamily="34" charset="0"/>
                </a:endParaRPr>
              </a:p>
            </p:txBody>
          </p:sp>
        </p:grpSp>
        <p:grpSp>
          <p:nvGrpSpPr>
            <p:cNvPr id="39" name="组合3">
              <a:extLst>
                <a:ext uri="{FF2B5EF4-FFF2-40B4-BE49-F238E27FC236}">
                  <a16:creationId xmlns:a16="http://schemas.microsoft.com/office/drawing/2014/main" id="{5F59C8B4-2FA1-A651-577E-AF8866ECA0DF}"/>
                </a:ext>
              </a:extLst>
            </p:cNvPr>
            <p:cNvGrpSpPr/>
            <p:nvPr/>
          </p:nvGrpSpPr>
          <p:grpSpPr>
            <a:xfrm>
              <a:off x="870857" y="3935667"/>
              <a:ext cx="4710477" cy="1690433"/>
              <a:chOff x="870857" y="3935667"/>
              <a:chExt cx="4710477" cy="1690433"/>
            </a:xfrm>
            <a:grpFill/>
          </p:grpSpPr>
          <p:sp>
            <p:nvSpPr>
              <p:cNvPr id="51" name="3">
                <a:extLst>
                  <a:ext uri="{FF2B5EF4-FFF2-40B4-BE49-F238E27FC236}">
                    <a16:creationId xmlns:a16="http://schemas.microsoft.com/office/drawing/2014/main" id="{C94C62B3-D9A4-677A-7BFA-91DCEF342C07}"/>
                  </a:ext>
                </a:extLst>
              </p:cNvPr>
              <p:cNvSpPr/>
              <p:nvPr/>
            </p:nvSpPr>
            <p:spPr>
              <a:xfrm rot="14190915" flipV="1">
                <a:off x="4107275" y="3785695"/>
                <a:ext cx="1324088" cy="1624031"/>
              </a:xfrm>
              <a:custGeom>
                <a:avLst/>
                <a:gdLst>
                  <a:gd name="connsiteX0" fmla="*/ 0 w 1497986"/>
                  <a:gd name="connsiteY0" fmla="*/ 1626156 h 1626156"/>
                  <a:gd name="connsiteX1" fmla="*/ 549761 w 1497986"/>
                  <a:gd name="connsiteY1" fmla="*/ 0 h 1626156"/>
                  <a:gd name="connsiteX2" fmla="*/ 948225 w 1497986"/>
                  <a:gd name="connsiteY2" fmla="*/ 0 h 1626156"/>
                  <a:gd name="connsiteX3" fmla="*/ 1497986 w 1497986"/>
                  <a:gd name="connsiteY3" fmla="*/ 1626156 h 1626156"/>
                  <a:gd name="connsiteX4" fmla="*/ 0 w 1497986"/>
                  <a:gd name="connsiteY4" fmla="*/ 1626156 h 1626156"/>
                  <a:gd name="connsiteX0" fmla="*/ 0 w 1497986"/>
                  <a:gd name="connsiteY0" fmla="*/ 1626156 h 1626156"/>
                  <a:gd name="connsiteX1" fmla="*/ 549761 w 1497986"/>
                  <a:gd name="connsiteY1" fmla="*/ 0 h 1626156"/>
                  <a:gd name="connsiteX2" fmla="*/ 1164011 w 1497986"/>
                  <a:gd name="connsiteY2" fmla="*/ 35044 h 1626156"/>
                  <a:gd name="connsiteX3" fmla="*/ 1497986 w 1497986"/>
                  <a:gd name="connsiteY3" fmla="*/ 1626156 h 1626156"/>
                  <a:gd name="connsiteX4" fmla="*/ 0 w 1497986"/>
                  <a:gd name="connsiteY4" fmla="*/ 1626156 h 1626156"/>
                  <a:gd name="connsiteX0" fmla="*/ 0 w 1497986"/>
                  <a:gd name="connsiteY0" fmla="*/ 1646287 h 1646287"/>
                  <a:gd name="connsiteX1" fmla="*/ 669784 w 1497986"/>
                  <a:gd name="connsiteY1" fmla="*/ 0 h 1646287"/>
                  <a:gd name="connsiteX2" fmla="*/ 1164011 w 1497986"/>
                  <a:gd name="connsiteY2" fmla="*/ 55175 h 1646287"/>
                  <a:gd name="connsiteX3" fmla="*/ 1497986 w 1497986"/>
                  <a:gd name="connsiteY3" fmla="*/ 1646287 h 1646287"/>
                  <a:gd name="connsiteX4" fmla="*/ 0 w 1497986"/>
                  <a:gd name="connsiteY4" fmla="*/ 1646287 h 1646287"/>
                  <a:gd name="connsiteX0" fmla="*/ 0 w 1349919"/>
                  <a:gd name="connsiteY0" fmla="*/ 1646287 h 1646287"/>
                  <a:gd name="connsiteX1" fmla="*/ 669784 w 1349919"/>
                  <a:gd name="connsiteY1" fmla="*/ 0 h 1646287"/>
                  <a:gd name="connsiteX2" fmla="*/ 1164011 w 1349919"/>
                  <a:gd name="connsiteY2" fmla="*/ 55175 h 1646287"/>
                  <a:gd name="connsiteX3" fmla="*/ 1349919 w 1349919"/>
                  <a:gd name="connsiteY3" fmla="*/ 884924 h 1646287"/>
                  <a:gd name="connsiteX4" fmla="*/ 0 w 1349919"/>
                  <a:gd name="connsiteY4" fmla="*/ 1646287 h 1646287"/>
                  <a:gd name="connsiteX0" fmla="*/ 0 w 1324088"/>
                  <a:gd name="connsiteY0" fmla="*/ 1567339 h 1567339"/>
                  <a:gd name="connsiteX1" fmla="*/ 643953 w 1324088"/>
                  <a:gd name="connsiteY1" fmla="*/ 0 h 1567339"/>
                  <a:gd name="connsiteX2" fmla="*/ 1138180 w 1324088"/>
                  <a:gd name="connsiteY2" fmla="*/ 55175 h 1567339"/>
                  <a:gd name="connsiteX3" fmla="*/ 1324088 w 1324088"/>
                  <a:gd name="connsiteY3" fmla="*/ 884924 h 1567339"/>
                  <a:gd name="connsiteX4" fmla="*/ 0 w 1324088"/>
                  <a:gd name="connsiteY4" fmla="*/ 1567339 h 15673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24088" h="1567339">
                    <a:moveTo>
                      <a:pt x="0" y="1567339"/>
                    </a:moveTo>
                    <a:lnTo>
                      <a:pt x="643953" y="0"/>
                    </a:lnTo>
                    <a:lnTo>
                      <a:pt x="1138180" y="55175"/>
                    </a:lnTo>
                    <a:lnTo>
                      <a:pt x="1324088" y="884924"/>
                    </a:lnTo>
                    <a:lnTo>
                      <a:pt x="0" y="1567339"/>
                    </a:lnTo>
                    <a:close/>
                  </a:path>
                </a:pathLst>
              </a:custGeom>
              <a:grpFill/>
              <a:ln w="0">
                <a:gradFill flip="none" rotWithShape="1">
                  <a:gsLst>
                    <a:gs pos="0">
                      <a:schemeClr val="accent2"/>
                    </a:gs>
                    <a:gs pos="82000">
                      <a:schemeClr val="accent2">
                        <a:alpha val="0"/>
                      </a:schemeClr>
                    </a:gs>
                  </a:gsLst>
                  <a:lin ang="2700000" scaled="1"/>
                  <a:tileRect/>
                </a:gra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2" name="3">
                <a:extLst>
                  <a:ext uri="{FF2B5EF4-FFF2-40B4-BE49-F238E27FC236}">
                    <a16:creationId xmlns:a16="http://schemas.microsoft.com/office/drawing/2014/main" id="{421CB831-991E-A461-E0B9-A063F767B5FA}"/>
                  </a:ext>
                </a:extLst>
              </p:cNvPr>
              <p:cNvSpPr/>
              <p:nvPr/>
            </p:nvSpPr>
            <p:spPr>
              <a:xfrm>
                <a:off x="870857" y="4029529"/>
                <a:ext cx="3614057" cy="1596571"/>
              </a:xfrm>
              <a:prstGeom prst="roundRect">
                <a:avLst>
                  <a:gd name="adj" fmla="val 7576"/>
                </a:avLst>
              </a:prstGeom>
              <a:grpFill/>
              <a:ln>
                <a:gradFill>
                  <a:gsLst>
                    <a:gs pos="0">
                      <a:schemeClr val="accent2">
                        <a:alpha val="42000"/>
                      </a:schemeClr>
                    </a:gs>
                    <a:gs pos="100000">
                      <a:schemeClr val="accent2"/>
                    </a:gs>
                  </a:gsLst>
                  <a:lin ang="0" scaled="0"/>
                </a:gra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3" name="Index-3">
                <a:extLst>
                  <a:ext uri="{FF2B5EF4-FFF2-40B4-BE49-F238E27FC236}">
                    <a16:creationId xmlns:a16="http://schemas.microsoft.com/office/drawing/2014/main" id="{5181E21A-43D1-7A98-B158-9200EC0ECD9D}"/>
                  </a:ext>
                </a:extLst>
              </p:cNvPr>
              <p:cNvSpPr/>
              <p:nvPr>
                <p:custDataLst>
                  <p:tags r:id="rId5"/>
                </p:custDataLst>
              </p:nvPr>
            </p:nvSpPr>
            <p:spPr>
              <a:xfrm>
                <a:off x="3424514" y="4370614"/>
                <a:ext cx="933400" cy="914400"/>
              </a:xfrm>
              <a:prstGeom prst="roundRect">
                <a:avLst>
                  <a:gd name="adj" fmla="val 7576"/>
                </a:avLst>
              </a:prstGeom>
              <a:grpFill/>
              <a:ln w="9525">
                <a:solidFill>
                  <a:schemeClr val="accent2"/>
                </a:solidFill>
              </a:ln>
              <a:effectLst>
                <a:outerShdw blurRad="63500" sx="102000" sy="102000" algn="ctr" rotWithShape="0">
                  <a:schemeClr val="accent2">
                    <a:lumMod val="75000"/>
                    <a:alpha val="40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3200" b="1" dirty="0">
                    <a:latin typeface="+mn-ea"/>
                  </a:rPr>
                  <a:t>3</a:t>
                </a:r>
                <a:endParaRPr lang="zh-CN" altLang="en-US" sz="3200" b="1" dirty="0">
                  <a:latin typeface="+mn-ea"/>
                </a:endParaRPr>
              </a:p>
            </p:txBody>
          </p:sp>
          <p:sp>
            <p:nvSpPr>
              <p:cNvPr id="55" name="Body-3">
                <a:extLst>
                  <a:ext uri="{FF2B5EF4-FFF2-40B4-BE49-F238E27FC236}">
                    <a16:creationId xmlns:a16="http://schemas.microsoft.com/office/drawing/2014/main" id="{C06677C6-B2E9-0059-3917-1549333779B4}"/>
                  </a:ext>
                </a:extLst>
              </p:cNvPr>
              <p:cNvSpPr txBox="1">
                <a:spLocks/>
              </p:cNvSpPr>
              <p:nvPr>
                <p:custDataLst>
                  <p:tags r:id="rId6"/>
                </p:custDataLst>
              </p:nvPr>
            </p:nvSpPr>
            <p:spPr>
              <a:xfrm>
                <a:off x="1034481" y="4083124"/>
                <a:ext cx="2149356" cy="805656"/>
              </a:xfrm>
              <a:prstGeom prst="rect">
                <a:avLst/>
              </a:prstGeom>
              <a:grpFill/>
            </p:spPr>
            <p:txBody>
              <a:bodyPr wrap="square" rtlCol="0" anchor="t" anchorCtr="0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lnSpc>
                    <a:spcPct val="150000"/>
                  </a:lnSpc>
                </a:pPr>
                <a:r>
                  <a:rPr lang="zh-CN" altLang="en-US" sz="1400" dirty="0">
                    <a:solidFill>
                      <a:srgbClr val="000000"/>
                    </a:solidFill>
                    <a:latin typeface="+mn-ea"/>
                    <a:sym typeface="Arial" panose="020B0604020202020204" pitchFamily="34" charset="0"/>
                  </a:rPr>
                  <a:t>独立完成</a:t>
                </a:r>
                <a:r>
                  <a:rPr lang="en-US" altLang="zh-CN" sz="1400" dirty="0" err="1">
                    <a:solidFill>
                      <a:srgbClr val="000000"/>
                    </a:solidFill>
                    <a:latin typeface="+mn-ea"/>
                    <a:sym typeface="Arial" panose="020B0604020202020204" pitchFamily="34" charset="0"/>
                  </a:rPr>
                  <a:t>PriceDiff</a:t>
                </a:r>
                <a:r>
                  <a:rPr lang="zh-CN" altLang="en-US" sz="1400" dirty="0">
                    <a:solidFill>
                      <a:srgbClr val="000000"/>
                    </a:solidFill>
                    <a:latin typeface="+mn-ea"/>
                    <a:sym typeface="Arial" panose="020B0604020202020204" pitchFamily="34" charset="0"/>
                  </a:rPr>
                  <a:t>工具设计与实现</a:t>
                </a:r>
                <a:endParaRPr lang="en-US" altLang="zh-CN" sz="1400" dirty="0">
                  <a:solidFill>
                    <a:srgbClr val="000000"/>
                  </a:solidFill>
                  <a:latin typeface="+mn-ea"/>
                  <a:sym typeface="Arial" panose="020B0604020202020204" pitchFamily="34" charset="0"/>
                </a:endParaRPr>
              </a:p>
            </p:txBody>
          </p:sp>
        </p:grpSp>
        <p:grpSp>
          <p:nvGrpSpPr>
            <p:cNvPr id="40" name="组合4">
              <a:extLst>
                <a:ext uri="{FF2B5EF4-FFF2-40B4-BE49-F238E27FC236}">
                  <a16:creationId xmlns:a16="http://schemas.microsoft.com/office/drawing/2014/main" id="{F5DE5CA0-A5FD-3DC4-B1B6-29C879FD2170}"/>
                </a:ext>
              </a:extLst>
            </p:cNvPr>
            <p:cNvGrpSpPr/>
            <p:nvPr/>
          </p:nvGrpSpPr>
          <p:grpSpPr>
            <a:xfrm>
              <a:off x="6611256" y="3935667"/>
              <a:ext cx="4710478" cy="1690433"/>
              <a:chOff x="6611256" y="3935667"/>
              <a:chExt cx="4710478" cy="1690433"/>
            </a:xfrm>
            <a:grpFill/>
          </p:grpSpPr>
          <p:sp>
            <p:nvSpPr>
              <p:cNvPr id="46" name="4">
                <a:extLst>
                  <a:ext uri="{FF2B5EF4-FFF2-40B4-BE49-F238E27FC236}">
                    <a16:creationId xmlns:a16="http://schemas.microsoft.com/office/drawing/2014/main" id="{32507085-9B73-EFD6-0920-9626E64762BE}"/>
                  </a:ext>
                </a:extLst>
              </p:cNvPr>
              <p:cNvSpPr/>
              <p:nvPr/>
            </p:nvSpPr>
            <p:spPr>
              <a:xfrm rot="7409085" flipH="1" flipV="1">
                <a:off x="6761228" y="3785695"/>
                <a:ext cx="1324088" cy="1624031"/>
              </a:xfrm>
              <a:custGeom>
                <a:avLst/>
                <a:gdLst>
                  <a:gd name="connsiteX0" fmla="*/ 0 w 1497986"/>
                  <a:gd name="connsiteY0" fmla="*/ 1626156 h 1626156"/>
                  <a:gd name="connsiteX1" fmla="*/ 549761 w 1497986"/>
                  <a:gd name="connsiteY1" fmla="*/ 0 h 1626156"/>
                  <a:gd name="connsiteX2" fmla="*/ 948225 w 1497986"/>
                  <a:gd name="connsiteY2" fmla="*/ 0 h 1626156"/>
                  <a:gd name="connsiteX3" fmla="*/ 1497986 w 1497986"/>
                  <a:gd name="connsiteY3" fmla="*/ 1626156 h 1626156"/>
                  <a:gd name="connsiteX4" fmla="*/ 0 w 1497986"/>
                  <a:gd name="connsiteY4" fmla="*/ 1626156 h 1626156"/>
                  <a:gd name="connsiteX0" fmla="*/ 0 w 1497986"/>
                  <a:gd name="connsiteY0" fmla="*/ 1626156 h 1626156"/>
                  <a:gd name="connsiteX1" fmla="*/ 549761 w 1497986"/>
                  <a:gd name="connsiteY1" fmla="*/ 0 h 1626156"/>
                  <a:gd name="connsiteX2" fmla="*/ 1164011 w 1497986"/>
                  <a:gd name="connsiteY2" fmla="*/ 35044 h 1626156"/>
                  <a:gd name="connsiteX3" fmla="*/ 1497986 w 1497986"/>
                  <a:gd name="connsiteY3" fmla="*/ 1626156 h 1626156"/>
                  <a:gd name="connsiteX4" fmla="*/ 0 w 1497986"/>
                  <a:gd name="connsiteY4" fmla="*/ 1626156 h 1626156"/>
                  <a:gd name="connsiteX0" fmla="*/ 0 w 1497986"/>
                  <a:gd name="connsiteY0" fmla="*/ 1646287 h 1646287"/>
                  <a:gd name="connsiteX1" fmla="*/ 669784 w 1497986"/>
                  <a:gd name="connsiteY1" fmla="*/ 0 h 1646287"/>
                  <a:gd name="connsiteX2" fmla="*/ 1164011 w 1497986"/>
                  <a:gd name="connsiteY2" fmla="*/ 55175 h 1646287"/>
                  <a:gd name="connsiteX3" fmla="*/ 1497986 w 1497986"/>
                  <a:gd name="connsiteY3" fmla="*/ 1646287 h 1646287"/>
                  <a:gd name="connsiteX4" fmla="*/ 0 w 1497986"/>
                  <a:gd name="connsiteY4" fmla="*/ 1646287 h 1646287"/>
                  <a:gd name="connsiteX0" fmla="*/ 0 w 1349919"/>
                  <a:gd name="connsiteY0" fmla="*/ 1646287 h 1646287"/>
                  <a:gd name="connsiteX1" fmla="*/ 669784 w 1349919"/>
                  <a:gd name="connsiteY1" fmla="*/ 0 h 1646287"/>
                  <a:gd name="connsiteX2" fmla="*/ 1164011 w 1349919"/>
                  <a:gd name="connsiteY2" fmla="*/ 55175 h 1646287"/>
                  <a:gd name="connsiteX3" fmla="*/ 1349919 w 1349919"/>
                  <a:gd name="connsiteY3" fmla="*/ 884924 h 1646287"/>
                  <a:gd name="connsiteX4" fmla="*/ 0 w 1349919"/>
                  <a:gd name="connsiteY4" fmla="*/ 1646287 h 1646287"/>
                  <a:gd name="connsiteX0" fmla="*/ 0 w 1324088"/>
                  <a:gd name="connsiteY0" fmla="*/ 1567339 h 1567339"/>
                  <a:gd name="connsiteX1" fmla="*/ 643953 w 1324088"/>
                  <a:gd name="connsiteY1" fmla="*/ 0 h 1567339"/>
                  <a:gd name="connsiteX2" fmla="*/ 1138180 w 1324088"/>
                  <a:gd name="connsiteY2" fmla="*/ 55175 h 1567339"/>
                  <a:gd name="connsiteX3" fmla="*/ 1324088 w 1324088"/>
                  <a:gd name="connsiteY3" fmla="*/ 884924 h 1567339"/>
                  <a:gd name="connsiteX4" fmla="*/ 0 w 1324088"/>
                  <a:gd name="connsiteY4" fmla="*/ 1567339 h 15673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24088" h="1567339">
                    <a:moveTo>
                      <a:pt x="0" y="1567339"/>
                    </a:moveTo>
                    <a:lnTo>
                      <a:pt x="643953" y="0"/>
                    </a:lnTo>
                    <a:lnTo>
                      <a:pt x="1138180" y="55175"/>
                    </a:lnTo>
                    <a:lnTo>
                      <a:pt x="1324088" y="884924"/>
                    </a:lnTo>
                    <a:lnTo>
                      <a:pt x="0" y="1567339"/>
                    </a:lnTo>
                    <a:close/>
                  </a:path>
                </a:pathLst>
              </a:custGeom>
              <a:grpFill/>
              <a:ln w="0">
                <a:gradFill flip="none" rotWithShape="1">
                  <a:gsLst>
                    <a:gs pos="0">
                      <a:schemeClr val="accent2"/>
                    </a:gs>
                    <a:gs pos="82000">
                      <a:schemeClr val="accent2">
                        <a:alpha val="0"/>
                      </a:schemeClr>
                    </a:gs>
                  </a:gsLst>
                  <a:lin ang="2700000" scaled="1"/>
                  <a:tileRect/>
                </a:gra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7" name="4">
                <a:extLst>
                  <a:ext uri="{FF2B5EF4-FFF2-40B4-BE49-F238E27FC236}">
                    <a16:creationId xmlns:a16="http://schemas.microsoft.com/office/drawing/2014/main" id="{33784C93-0455-AB13-10DE-1086D874202A}"/>
                  </a:ext>
                </a:extLst>
              </p:cNvPr>
              <p:cNvSpPr/>
              <p:nvPr/>
            </p:nvSpPr>
            <p:spPr>
              <a:xfrm flipH="1">
                <a:off x="7707677" y="4029529"/>
                <a:ext cx="3614057" cy="1596571"/>
              </a:xfrm>
              <a:prstGeom prst="roundRect">
                <a:avLst>
                  <a:gd name="adj" fmla="val 7576"/>
                </a:avLst>
              </a:prstGeom>
              <a:grpFill/>
              <a:ln>
                <a:gradFill>
                  <a:gsLst>
                    <a:gs pos="0">
                      <a:schemeClr val="accent2">
                        <a:alpha val="42000"/>
                      </a:schemeClr>
                    </a:gs>
                    <a:gs pos="100000">
                      <a:schemeClr val="accent2"/>
                    </a:gs>
                  </a:gsLst>
                  <a:lin ang="0" scaled="0"/>
                </a:gra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8" name="Index-4">
                <a:extLst>
                  <a:ext uri="{FF2B5EF4-FFF2-40B4-BE49-F238E27FC236}">
                    <a16:creationId xmlns:a16="http://schemas.microsoft.com/office/drawing/2014/main" id="{EF3F678F-9DD9-FA86-8410-1A4AE1F35428}"/>
                  </a:ext>
                </a:extLst>
              </p:cNvPr>
              <p:cNvSpPr/>
              <p:nvPr>
                <p:custDataLst>
                  <p:tags r:id="rId3"/>
                </p:custDataLst>
              </p:nvPr>
            </p:nvSpPr>
            <p:spPr>
              <a:xfrm flipH="1">
                <a:off x="7834677" y="4370614"/>
                <a:ext cx="933400" cy="914400"/>
              </a:xfrm>
              <a:prstGeom prst="roundRect">
                <a:avLst>
                  <a:gd name="adj" fmla="val 7576"/>
                </a:avLst>
              </a:prstGeom>
              <a:grpFill/>
              <a:ln w="9525">
                <a:solidFill>
                  <a:schemeClr val="accent2"/>
                </a:solidFill>
              </a:ln>
              <a:effectLst>
                <a:outerShdw blurRad="63500" sx="102000" sy="102000" algn="ctr" rotWithShape="0">
                  <a:schemeClr val="accent2">
                    <a:lumMod val="75000"/>
                    <a:alpha val="40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3200" b="1" dirty="0">
                    <a:latin typeface="+mn-ea"/>
                  </a:rPr>
                  <a:t>4</a:t>
                </a:r>
                <a:endParaRPr lang="zh-CN" altLang="en-US" sz="3200" b="1" dirty="0">
                  <a:latin typeface="+mn-ea"/>
                </a:endParaRPr>
              </a:p>
            </p:txBody>
          </p:sp>
          <p:sp>
            <p:nvSpPr>
              <p:cNvPr id="50" name="Body-4">
                <a:extLst>
                  <a:ext uri="{FF2B5EF4-FFF2-40B4-BE49-F238E27FC236}">
                    <a16:creationId xmlns:a16="http://schemas.microsoft.com/office/drawing/2014/main" id="{F5AEFEDE-24EB-D946-FFAF-0E712265560D}"/>
                  </a:ext>
                </a:extLst>
              </p:cNvPr>
              <p:cNvSpPr txBox="1">
                <a:spLocks/>
              </p:cNvSpPr>
              <p:nvPr>
                <p:custDataLst>
                  <p:tags r:id="rId4"/>
                </p:custDataLst>
              </p:nvPr>
            </p:nvSpPr>
            <p:spPr>
              <a:xfrm flipH="1">
                <a:off x="8970228" y="4071886"/>
                <a:ext cx="2149356" cy="805656"/>
              </a:xfrm>
              <a:prstGeom prst="rect">
                <a:avLst/>
              </a:prstGeom>
              <a:grpFill/>
            </p:spPr>
            <p:txBody>
              <a:bodyPr wrap="square" rtlCol="0" anchor="t" anchorCtr="0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lnSpc>
                    <a:spcPct val="150000"/>
                  </a:lnSpc>
                </a:pPr>
                <a:r>
                  <a:rPr lang="zh-CN" altLang="en-US" sz="1400" dirty="0">
                    <a:solidFill>
                      <a:srgbClr val="000000"/>
                    </a:solidFill>
                    <a:latin typeface="+mn-ea"/>
                    <a:sym typeface="Arial" panose="020B0604020202020204" pitchFamily="34" charset="0"/>
                  </a:rPr>
                  <a:t>推动</a:t>
                </a:r>
                <a:r>
                  <a:rPr lang="en-US" altLang="zh-CN" sz="1400" dirty="0">
                    <a:solidFill>
                      <a:srgbClr val="000000"/>
                    </a:solidFill>
                    <a:latin typeface="+mn-ea"/>
                    <a:sym typeface="Arial" panose="020B0604020202020204" pitchFamily="34" charset="0"/>
                  </a:rPr>
                  <a:t>AKS</a:t>
                </a:r>
                <a:r>
                  <a:rPr lang="zh-CN" altLang="en-US" sz="1400" dirty="0">
                    <a:solidFill>
                      <a:srgbClr val="000000"/>
                    </a:solidFill>
                    <a:latin typeface="+mn-ea"/>
                    <a:sym typeface="Arial" panose="020B0604020202020204" pitchFamily="34" charset="0"/>
                  </a:rPr>
                  <a:t>云平台架构落地</a:t>
                </a:r>
                <a:endParaRPr lang="en-US" altLang="zh-CN" sz="1400" dirty="0">
                  <a:solidFill>
                    <a:srgbClr val="000000"/>
                  </a:solidFill>
                  <a:latin typeface="+mn-ea"/>
                  <a:sym typeface="Arial" panose="020B0604020202020204" pitchFamily="34" charset="0"/>
                </a:endParaRPr>
              </a:p>
            </p:txBody>
          </p:sp>
        </p:grpSp>
        <p:grpSp>
          <p:nvGrpSpPr>
            <p:cNvPr id="41" name="组合0">
              <a:extLst>
                <a:ext uri="{FF2B5EF4-FFF2-40B4-BE49-F238E27FC236}">
                  <a16:creationId xmlns:a16="http://schemas.microsoft.com/office/drawing/2014/main" id="{04BFA9DB-CDE2-3E32-7591-395CFC1ABCF0}"/>
                </a:ext>
              </a:extLst>
            </p:cNvPr>
            <p:cNvGrpSpPr/>
            <p:nvPr/>
          </p:nvGrpSpPr>
          <p:grpSpPr>
            <a:xfrm>
              <a:off x="4953000" y="2647950"/>
              <a:ext cx="2286000" cy="2286000"/>
              <a:chOff x="4953000" y="2647950"/>
              <a:chExt cx="2286000" cy="2286000"/>
            </a:xfrm>
            <a:grpFill/>
          </p:grpSpPr>
          <p:sp>
            <p:nvSpPr>
              <p:cNvPr id="42" name="0">
                <a:extLst>
                  <a:ext uri="{FF2B5EF4-FFF2-40B4-BE49-F238E27FC236}">
                    <a16:creationId xmlns:a16="http://schemas.microsoft.com/office/drawing/2014/main" id="{581C2DEC-7E11-459A-05B3-5FBC34D89394}"/>
                  </a:ext>
                </a:extLst>
              </p:cNvPr>
              <p:cNvSpPr/>
              <p:nvPr/>
            </p:nvSpPr>
            <p:spPr>
              <a:xfrm>
                <a:off x="4953000" y="2647950"/>
                <a:ext cx="2286000" cy="2286000"/>
              </a:xfrm>
              <a:prstGeom prst="ellipse">
                <a:avLst/>
              </a:prstGeom>
              <a:grpFill/>
              <a:ln w="9525">
                <a:solidFill>
                  <a:schemeClr val="accent2"/>
                </a:solidFill>
              </a:ln>
              <a:effectLst>
                <a:outerShdw blurRad="63500" sx="102000" sy="102000" algn="ctr" rotWithShape="0">
                  <a:schemeClr val="accent2">
                    <a:lumMod val="75000"/>
                    <a:alpha val="40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4" name="Title-0">
                <a:extLst>
                  <a:ext uri="{FF2B5EF4-FFF2-40B4-BE49-F238E27FC236}">
                    <a16:creationId xmlns:a16="http://schemas.microsoft.com/office/drawing/2014/main" id="{103CDE07-1DE0-9CBD-1960-D0FAB64CA0F5}"/>
                  </a:ext>
                </a:extLst>
              </p:cNvPr>
              <p:cNvSpPr>
                <a:spLocks/>
              </p:cNvSpPr>
              <p:nvPr>
                <p:custDataLst>
                  <p:tags r:id="rId2"/>
                </p:custDataLst>
              </p:nvPr>
            </p:nvSpPr>
            <p:spPr>
              <a:xfrm>
                <a:off x="5354161" y="3469795"/>
                <a:ext cx="1441741" cy="499783"/>
              </a:xfrm>
              <a:prstGeom prst="roundRect">
                <a:avLst>
                  <a:gd name="adj" fmla="val 1413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zh-CN" altLang="en-US" b="1" dirty="0">
                    <a:solidFill>
                      <a:schemeClr val="lt1"/>
                    </a:solidFill>
                  </a:rPr>
                  <a:t>角色</a:t>
                </a:r>
                <a:br>
                  <a:rPr lang="en-US" altLang="zh-CN" b="1" dirty="0">
                    <a:solidFill>
                      <a:schemeClr val="lt1"/>
                    </a:solidFill>
                  </a:rPr>
                </a:br>
                <a:r>
                  <a:rPr lang="zh-CN" altLang="en-US" b="1" dirty="0">
                    <a:solidFill>
                      <a:schemeClr val="lt1"/>
                    </a:solidFill>
                  </a:rPr>
                  <a:t>定位</a:t>
                </a:r>
              </a:p>
            </p:txBody>
          </p:sp>
        </p:grpSp>
      </p:grpSp>
      <p:grpSp>
        <p:nvGrpSpPr>
          <p:cNvPr id="43" name="组合 42">
            <a:extLst>
              <a:ext uri="{FF2B5EF4-FFF2-40B4-BE49-F238E27FC236}">
                <a16:creationId xmlns:a16="http://schemas.microsoft.com/office/drawing/2014/main" id="{AD5A7314-A6FB-1D53-9FF2-223235BBF2E9}"/>
              </a:ext>
            </a:extLst>
          </p:cNvPr>
          <p:cNvGrpSpPr/>
          <p:nvPr/>
        </p:nvGrpSpPr>
        <p:grpSpPr>
          <a:xfrm>
            <a:off x="338637" y="285750"/>
            <a:ext cx="8344854" cy="400050"/>
            <a:chOff x="338637" y="285750"/>
            <a:chExt cx="8344854" cy="400050"/>
          </a:xfrm>
        </p:grpSpPr>
        <p:sp>
          <p:nvSpPr>
            <p:cNvPr id="5" name="Text 1">
              <a:extLst>
                <a:ext uri="{FF2B5EF4-FFF2-40B4-BE49-F238E27FC236}">
                  <a16:creationId xmlns:a16="http://schemas.microsoft.com/office/drawing/2014/main" id="{06444D10-D584-5B9E-6C2B-E48D8DD8D5A1}"/>
                </a:ext>
              </a:extLst>
            </p:cNvPr>
            <p:cNvSpPr/>
            <p:nvPr/>
          </p:nvSpPr>
          <p:spPr>
            <a:xfrm>
              <a:off x="682491" y="285750"/>
              <a:ext cx="8001000" cy="400050"/>
            </a:xfrm>
            <a:prstGeom prst="rect">
              <a:avLst/>
            </a:prstGeom>
            <a:noFill/>
            <a:ln/>
          </p:spPr>
          <p:txBody>
            <a:bodyPr vert="horz" wrap="square" lIns="0" tIns="0" rIns="0" bIns="0" rtlCol="0" anchor="ctr"/>
            <a:lstStyle/>
            <a:p>
              <a:pPr marL="0" indent="0" algn="l">
                <a:lnSpc>
                  <a:spcPts val="3150"/>
                </a:lnSpc>
                <a:buNone/>
              </a:pPr>
              <a:r>
                <a:rPr lang="en-US" sz="2250" b="1" dirty="0" err="1">
                  <a:solidFill>
                    <a:srgbClr val="000000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项目背景</a:t>
              </a:r>
              <a:r>
                <a:rPr lang="zh-CN" altLang="en-US" sz="2250" b="1" dirty="0">
                  <a:solidFill>
                    <a:srgbClr val="000000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与架构能力</a:t>
              </a:r>
              <a:endParaRPr lang="en-US" sz="2250" dirty="0"/>
            </a:p>
          </p:txBody>
        </p:sp>
        <p:sp>
          <p:nvSpPr>
            <p:cNvPr id="32" name="Text 3">
              <a:extLst>
                <a:ext uri="{FF2B5EF4-FFF2-40B4-BE49-F238E27FC236}">
                  <a16:creationId xmlns:a16="http://schemas.microsoft.com/office/drawing/2014/main" id="{0F054B48-0F2A-D1C3-EDA6-5BF28E81C956}"/>
                </a:ext>
              </a:extLst>
            </p:cNvPr>
            <p:cNvSpPr/>
            <p:nvPr/>
          </p:nvSpPr>
          <p:spPr>
            <a:xfrm>
              <a:off x="338637" y="319087"/>
              <a:ext cx="352425" cy="333375"/>
            </a:xfrm>
            <a:prstGeom prst="rect">
              <a:avLst/>
            </a:prstGeom>
            <a:noFill/>
            <a:ln/>
          </p:spPr>
          <p:txBody>
            <a:bodyPr vert="horz" wrap="square" lIns="0" tIns="0" rIns="0" bIns="0" rtlCol="0" anchor="ctr"/>
            <a:lstStyle/>
            <a:p>
              <a:pPr marL="0" indent="0" algn="l">
                <a:lnSpc>
                  <a:spcPts val="3038"/>
                </a:lnSpc>
                <a:buNone/>
              </a:pPr>
              <a:r>
                <a:rPr lang="en-US" sz="1875" b="1" dirty="0">
                  <a:solidFill>
                    <a:srgbClr val="4784CB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02</a:t>
              </a:r>
              <a:endParaRPr lang="en-US" sz="1875" dirty="0"/>
            </a:p>
          </p:txBody>
        </p:sp>
      </p:grpSp>
    </p:spTree>
    <p:extLst>
      <p:ext uri="{BB962C8B-B14F-4D97-AF65-F5344CB8AC3E}">
        <p14:creationId xmlns:p14="http://schemas.microsoft.com/office/powerpoint/2010/main" val="34184270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xit" presetSubtype="4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6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" presetID="2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6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2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6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" presetID="2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6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2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7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2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7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2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7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2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8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2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8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6" presetID="2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8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2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9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2" presetID="2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9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2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96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8" presetID="2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99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2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10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4" presetID="2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105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22" presetClass="exit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10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0" presetID="22" presetClass="exit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11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22" presetClass="exit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11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6" presetID="22" presetClass="exit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1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22" presetClass="exit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12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2" presetID="22" presetClass="exit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12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22" presetClass="exit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12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8" presetID="22" presetClass="exit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12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2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1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4" fill="hold">
                            <p:stCondLst>
                              <p:cond delay="500"/>
                            </p:stCondLst>
                            <p:childTnLst>
                              <p:par>
                                <p:cTn id="135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9" grpId="1" animBg="1"/>
      <p:bldP spid="10" grpId="0" animBg="1"/>
      <p:bldP spid="10" grpId="1" animBg="1"/>
      <p:bldP spid="11" grpId="0" animBg="1"/>
      <p:bldP spid="12" grpId="0" animBg="1"/>
      <p:bldP spid="12" grpId="1" animBg="1"/>
      <p:bldP spid="13" grpId="0" animBg="1"/>
      <p:bldP spid="13" grpId="1" animBg="1"/>
      <p:bldP spid="14" grpId="0" animBg="1"/>
      <p:bldP spid="15" grpId="0" animBg="1"/>
      <p:bldP spid="15" grpId="1" animBg="1"/>
      <p:bldP spid="16" grpId="0" animBg="1"/>
      <p:bldP spid="16" grpId="1" animBg="1"/>
      <p:bldP spid="17" grpId="0" animBg="1"/>
      <p:bldP spid="18" grpId="0" animBg="1"/>
      <p:bldP spid="18" grpId="1" animBg="1"/>
      <p:bldP spid="19" grpId="0" animBg="1"/>
      <p:bldP spid="19" grpId="1" animBg="1"/>
      <p:bldP spid="20" grpId="0" animBg="1"/>
      <p:bldP spid="21" grpId="0" animBg="1"/>
      <p:bldP spid="21" grpId="1" animBg="1"/>
      <p:bldP spid="22" grpId="0" animBg="1"/>
      <p:bldP spid="22" grpId="1" animBg="1"/>
      <p:bldP spid="23" grpId="0" animBg="1"/>
      <p:bldP spid="24" grpId="0" animBg="1"/>
      <p:bldP spid="24" grpId="1" animBg="1"/>
      <p:bldP spid="25" grpId="0" animBg="1"/>
      <p:bldP spid="25" grpId="1" animBg="1"/>
      <p:bldP spid="26" grpId="0" animBg="1"/>
      <p:bldP spid="27" grpId="0" animBg="1"/>
      <p:bldP spid="27" grpId="1" animBg="1"/>
      <p:bldP spid="28" grpId="0" animBg="1"/>
      <p:bldP spid="28" grpId="1" animBg="1"/>
      <p:bldP spid="29" grpId="0" animBg="1"/>
      <p:bldP spid="30" grpId="0" animBg="1"/>
      <p:bldP spid="30" grpId="1" animBg="1"/>
      <p:bldP spid="31" grpId="0" animBg="1"/>
      <p:bldP spid="31" grpId="1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5305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7"/>
          <a:srcRect l="1957" r="1957"/>
          <a:stretch/>
        </p:blipFill>
        <p:spPr>
          <a:xfrm>
            <a:off x="10704" y="0"/>
            <a:ext cx="9144000" cy="5353050"/>
          </a:xfrm>
          <a:prstGeom prst="rect">
            <a:avLst/>
          </a:prstGeom>
        </p:spPr>
      </p:pic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18"/>
          <a:srcRect t="3571" b="3571"/>
          <a:stretch/>
        </p:blipFill>
        <p:spPr>
          <a:xfrm>
            <a:off x="0" y="0"/>
            <a:ext cx="9144000" cy="123825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71500" y="742950"/>
            <a:ext cx="8001000" cy="2095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650"/>
              </a:lnSpc>
              <a:buNone/>
            </a:pPr>
            <a:endParaRPr lang="en-US" sz="1200" dirty="0"/>
          </a:p>
        </p:txBody>
      </p:sp>
      <p:pic>
        <p:nvPicPr>
          <p:cNvPr id="29" name="图片 28">
            <a:extLst>
              <a:ext uri="{FF2B5EF4-FFF2-40B4-BE49-F238E27FC236}">
                <a16:creationId xmlns:a16="http://schemas.microsoft.com/office/drawing/2014/main" id="{83AAA6C1-0194-3328-FB5D-99810E3F50BE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992429" y="80411"/>
            <a:ext cx="958214" cy="538714"/>
          </a:xfrm>
          <a:prstGeom prst="rect">
            <a:avLst/>
          </a:prstGeom>
        </p:spPr>
      </p:pic>
      <p:sp>
        <p:nvSpPr>
          <p:cNvPr id="30" name="文本框 29">
            <a:extLst>
              <a:ext uri="{FF2B5EF4-FFF2-40B4-BE49-F238E27FC236}">
                <a16:creationId xmlns:a16="http://schemas.microsoft.com/office/drawing/2014/main" id="{879B51B0-2002-1F20-9587-5D8793F897F6}"/>
              </a:ext>
            </a:extLst>
          </p:cNvPr>
          <p:cNvSpPr txBox="1"/>
          <p:nvPr/>
        </p:nvSpPr>
        <p:spPr>
          <a:xfrm>
            <a:off x="6773373" y="4926030"/>
            <a:ext cx="371834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dirty="0"/>
              <a:t>Information Classification: Limited Access</a:t>
            </a:r>
            <a:endParaRPr lang="zh-CN" altLang="en-US" sz="900" dirty="0"/>
          </a:p>
        </p:txBody>
      </p:sp>
      <p:pic>
        <p:nvPicPr>
          <p:cNvPr id="121" name="图形 120">
            <a:extLst>
              <a:ext uri="{FF2B5EF4-FFF2-40B4-BE49-F238E27FC236}">
                <a16:creationId xmlns:a16="http://schemas.microsoft.com/office/drawing/2014/main" id="{2531B449-61A2-062C-7D8C-0DC292841E0E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2212872" y="1629344"/>
            <a:ext cx="595890" cy="595890"/>
          </a:xfrm>
          <a:prstGeom prst="rect">
            <a:avLst/>
          </a:prstGeom>
        </p:spPr>
      </p:pic>
      <p:pic>
        <p:nvPicPr>
          <p:cNvPr id="128" name="图形 127">
            <a:extLst>
              <a:ext uri="{FF2B5EF4-FFF2-40B4-BE49-F238E27FC236}">
                <a16:creationId xmlns:a16="http://schemas.microsoft.com/office/drawing/2014/main" id="{E19D8D45-DBA0-AF77-AD08-5A4DF40B25CB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2589194" y="2826161"/>
            <a:ext cx="532408" cy="532408"/>
          </a:xfrm>
          <a:prstGeom prst="rect">
            <a:avLst/>
          </a:prstGeom>
        </p:spPr>
      </p:pic>
      <p:grpSp>
        <p:nvGrpSpPr>
          <p:cNvPr id="132" name="组合 131">
            <a:extLst>
              <a:ext uri="{FF2B5EF4-FFF2-40B4-BE49-F238E27FC236}">
                <a16:creationId xmlns:a16="http://schemas.microsoft.com/office/drawing/2014/main" id="{932C6D36-9368-6A81-74AF-640D3785FD1A}"/>
              </a:ext>
            </a:extLst>
          </p:cNvPr>
          <p:cNvGrpSpPr/>
          <p:nvPr/>
        </p:nvGrpSpPr>
        <p:grpSpPr>
          <a:xfrm>
            <a:off x="804320" y="1263409"/>
            <a:ext cx="7825068" cy="3466435"/>
            <a:chOff x="804321" y="1263362"/>
            <a:chExt cx="7676087" cy="3226854"/>
          </a:xfrm>
        </p:grpSpPr>
        <p:grpSp>
          <p:nvGrpSpPr>
            <p:cNvPr id="126" name="组合 125">
              <a:extLst>
                <a:ext uri="{FF2B5EF4-FFF2-40B4-BE49-F238E27FC236}">
                  <a16:creationId xmlns:a16="http://schemas.microsoft.com/office/drawing/2014/main" id="{DCAF533D-EF00-A302-643F-ACE8E3CCD3F3}"/>
                </a:ext>
              </a:extLst>
            </p:cNvPr>
            <p:cNvGrpSpPr/>
            <p:nvPr/>
          </p:nvGrpSpPr>
          <p:grpSpPr>
            <a:xfrm>
              <a:off x="804321" y="1263362"/>
              <a:ext cx="7676087" cy="3226854"/>
              <a:chOff x="804321" y="1263362"/>
              <a:chExt cx="7676087" cy="3226854"/>
            </a:xfrm>
          </p:grpSpPr>
          <p:grpSp>
            <p:nvGrpSpPr>
              <p:cNvPr id="82" name="组合 20">
                <a:extLst>
                  <a:ext uri="{FF2B5EF4-FFF2-40B4-BE49-F238E27FC236}">
                    <a16:creationId xmlns:a16="http://schemas.microsoft.com/office/drawing/2014/main" id="{D86322F1-52AF-EE56-FFA2-A1C3065151C8}"/>
                  </a:ext>
                </a:extLst>
              </p:cNvPr>
              <p:cNvGrpSpPr>
                <a:grpSpLocks noChangeAspect="1"/>
              </p:cNvGrpSpPr>
              <p:nvPr>
                <p:custDataLst>
                  <p:tags r:id="rId4"/>
                </p:custDataLst>
              </p:nvPr>
            </p:nvGrpSpPr>
            <p:grpSpPr>
              <a:xfrm>
                <a:off x="804321" y="1263362"/>
                <a:ext cx="7676087" cy="3226854"/>
                <a:chOff x="660400" y="1205200"/>
                <a:chExt cx="11333479" cy="4764340"/>
              </a:xfrm>
            </p:grpSpPr>
            <p:grpSp>
              <p:nvGrpSpPr>
                <p:cNvPr id="83" name="组合 82">
                  <a:extLst>
                    <a:ext uri="{FF2B5EF4-FFF2-40B4-BE49-F238E27FC236}">
                      <a16:creationId xmlns:a16="http://schemas.microsoft.com/office/drawing/2014/main" id="{590EB66F-7333-4527-EAC2-AA32163BC10D}"/>
                    </a:ext>
                  </a:extLst>
                </p:cNvPr>
                <p:cNvGrpSpPr/>
                <p:nvPr/>
              </p:nvGrpSpPr>
              <p:grpSpPr>
                <a:xfrm>
                  <a:off x="660400" y="1321869"/>
                  <a:ext cx="4520446" cy="4647671"/>
                  <a:chOff x="660400" y="1321869"/>
                  <a:chExt cx="4520446" cy="4647671"/>
                </a:xfrm>
              </p:grpSpPr>
              <p:sp>
                <p:nvSpPr>
                  <p:cNvPr id="104" name="0">
                    <a:extLst>
                      <a:ext uri="{FF2B5EF4-FFF2-40B4-BE49-F238E27FC236}">
                        <a16:creationId xmlns:a16="http://schemas.microsoft.com/office/drawing/2014/main" id="{DB3E5B26-F029-7C89-D349-DA1911402589}"/>
                      </a:ext>
                    </a:extLst>
                  </p:cNvPr>
                  <p:cNvSpPr>
                    <a:spLocks noEditPoints="1"/>
                  </p:cNvSpPr>
                  <p:nvPr/>
                </p:nvSpPr>
                <p:spPr bwMode="auto">
                  <a:xfrm>
                    <a:off x="660400" y="2501934"/>
                    <a:ext cx="2310673" cy="2291755"/>
                  </a:xfrm>
                  <a:custGeom>
                    <a:avLst/>
                    <a:gdLst>
                      <a:gd name="T0" fmla="*/ 560 w 1121"/>
                      <a:gd name="T1" fmla="*/ 97 h 1112"/>
                      <a:gd name="T2" fmla="*/ 515 w 1121"/>
                      <a:gd name="T3" fmla="*/ 100 h 1112"/>
                      <a:gd name="T4" fmla="*/ 457 w 1121"/>
                      <a:gd name="T5" fmla="*/ 0 h 1112"/>
                      <a:gd name="T6" fmla="*/ 317 w 1121"/>
                      <a:gd name="T7" fmla="*/ 45 h 1112"/>
                      <a:gd name="T8" fmla="*/ 329 w 1121"/>
                      <a:gd name="T9" fmla="*/ 160 h 1112"/>
                      <a:gd name="T10" fmla="*/ 255 w 1121"/>
                      <a:gd name="T11" fmla="*/ 214 h 1112"/>
                      <a:gd name="T12" fmla="*/ 150 w 1121"/>
                      <a:gd name="T13" fmla="*/ 167 h 1112"/>
                      <a:gd name="T14" fmla="*/ 63 w 1121"/>
                      <a:gd name="T15" fmla="*/ 286 h 1112"/>
                      <a:gd name="T16" fmla="*/ 141 w 1121"/>
                      <a:gd name="T17" fmla="*/ 372 h 1112"/>
                      <a:gd name="T18" fmla="*/ 113 w 1121"/>
                      <a:gd name="T19" fmla="*/ 459 h 1112"/>
                      <a:gd name="T20" fmla="*/ 0 w 1121"/>
                      <a:gd name="T21" fmla="*/ 483 h 1112"/>
                      <a:gd name="T22" fmla="*/ 0 w 1121"/>
                      <a:gd name="T23" fmla="*/ 630 h 1112"/>
                      <a:gd name="T24" fmla="*/ 113 w 1121"/>
                      <a:gd name="T25" fmla="*/ 654 h 1112"/>
                      <a:gd name="T26" fmla="*/ 141 w 1121"/>
                      <a:gd name="T27" fmla="*/ 740 h 1112"/>
                      <a:gd name="T28" fmla="*/ 64 w 1121"/>
                      <a:gd name="T29" fmla="*/ 826 h 1112"/>
                      <a:gd name="T30" fmla="*/ 150 w 1121"/>
                      <a:gd name="T31" fmla="*/ 945 h 1112"/>
                      <a:gd name="T32" fmla="*/ 256 w 1121"/>
                      <a:gd name="T33" fmla="*/ 898 h 1112"/>
                      <a:gd name="T34" fmla="*/ 330 w 1121"/>
                      <a:gd name="T35" fmla="*/ 952 h 1112"/>
                      <a:gd name="T36" fmla="*/ 318 w 1121"/>
                      <a:gd name="T37" fmla="*/ 1067 h 1112"/>
                      <a:gd name="T38" fmla="*/ 458 w 1121"/>
                      <a:gd name="T39" fmla="*/ 1112 h 1112"/>
                      <a:gd name="T40" fmla="*/ 515 w 1121"/>
                      <a:gd name="T41" fmla="*/ 1012 h 1112"/>
                      <a:gd name="T42" fmla="*/ 561 w 1121"/>
                      <a:gd name="T43" fmla="*/ 1014 h 1112"/>
                      <a:gd name="T44" fmla="*/ 607 w 1121"/>
                      <a:gd name="T45" fmla="*/ 1012 h 1112"/>
                      <a:gd name="T46" fmla="*/ 664 w 1121"/>
                      <a:gd name="T47" fmla="*/ 1112 h 1112"/>
                      <a:gd name="T48" fmla="*/ 804 w 1121"/>
                      <a:gd name="T49" fmla="*/ 1066 h 1112"/>
                      <a:gd name="T50" fmla="*/ 792 w 1121"/>
                      <a:gd name="T51" fmla="*/ 952 h 1112"/>
                      <a:gd name="T52" fmla="*/ 866 w 1121"/>
                      <a:gd name="T53" fmla="*/ 898 h 1112"/>
                      <a:gd name="T54" fmla="*/ 971 w 1121"/>
                      <a:gd name="T55" fmla="*/ 945 h 1112"/>
                      <a:gd name="T56" fmla="*/ 1058 w 1121"/>
                      <a:gd name="T57" fmla="*/ 826 h 1112"/>
                      <a:gd name="T58" fmla="*/ 981 w 1121"/>
                      <a:gd name="T59" fmla="*/ 740 h 1112"/>
                      <a:gd name="T60" fmla="*/ 1009 w 1121"/>
                      <a:gd name="T61" fmla="*/ 653 h 1112"/>
                      <a:gd name="T62" fmla="*/ 1121 w 1121"/>
                      <a:gd name="T63" fmla="*/ 629 h 1112"/>
                      <a:gd name="T64" fmla="*/ 1121 w 1121"/>
                      <a:gd name="T65" fmla="*/ 482 h 1112"/>
                      <a:gd name="T66" fmla="*/ 1008 w 1121"/>
                      <a:gd name="T67" fmla="*/ 458 h 1112"/>
                      <a:gd name="T68" fmla="*/ 980 w 1121"/>
                      <a:gd name="T69" fmla="*/ 371 h 1112"/>
                      <a:gd name="T70" fmla="*/ 1057 w 1121"/>
                      <a:gd name="T71" fmla="*/ 285 h 1112"/>
                      <a:gd name="T72" fmla="*/ 971 w 1121"/>
                      <a:gd name="T73" fmla="*/ 167 h 1112"/>
                      <a:gd name="T74" fmla="*/ 865 w 1121"/>
                      <a:gd name="T75" fmla="*/ 213 h 1112"/>
                      <a:gd name="T76" fmla="*/ 792 w 1121"/>
                      <a:gd name="T77" fmla="*/ 160 h 1112"/>
                      <a:gd name="T78" fmla="*/ 803 w 1121"/>
                      <a:gd name="T79" fmla="*/ 45 h 1112"/>
                      <a:gd name="T80" fmla="*/ 664 w 1121"/>
                      <a:gd name="T81" fmla="*/ 0 h 1112"/>
                      <a:gd name="T82" fmla="*/ 606 w 1121"/>
                      <a:gd name="T83" fmla="*/ 100 h 1112"/>
                      <a:gd name="T84" fmla="*/ 560 w 1121"/>
                      <a:gd name="T85" fmla="*/ 97 h 1112"/>
                      <a:gd name="T86" fmla="*/ 967 w 1121"/>
                      <a:gd name="T87" fmla="*/ 556 h 1112"/>
                      <a:gd name="T88" fmla="*/ 561 w 1121"/>
                      <a:gd name="T89" fmla="*/ 962 h 1112"/>
                      <a:gd name="T90" fmla="*/ 154 w 1121"/>
                      <a:gd name="T91" fmla="*/ 556 h 1112"/>
                      <a:gd name="T92" fmla="*/ 560 w 1121"/>
                      <a:gd name="T93" fmla="*/ 150 h 1112"/>
                      <a:gd name="T94" fmla="*/ 967 w 1121"/>
                      <a:gd name="T95" fmla="*/ 556 h 1112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  <a:cxn ang="0">
                        <a:pos x="T44" y="T45"/>
                      </a:cxn>
                      <a:cxn ang="0">
                        <a:pos x="T46" y="T47"/>
                      </a:cxn>
                      <a:cxn ang="0">
                        <a:pos x="T48" y="T49"/>
                      </a:cxn>
                      <a:cxn ang="0">
                        <a:pos x="T50" y="T51"/>
                      </a:cxn>
                      <a:cxn ang="0">
                        <a:pos x="T52" y="T53"/>
                      </a:cxn>
                      <a:cxn ang="0">
                        <a:pos x="T54" y="T55"/>
                      </a:cxn>
                      <a:cxn ang="0">
                        <a:pos x="T56" y="T57"/>
                      </a:cxn>
                      <a:cxn ang="0">
                        <a:pos x="T58" y="T59"/>
                      </a:cxn>
                      <a:cxn ang="0">
                        <a:pos x="T60" y="T61"/>
                      </a:cxn>
                      <a:cxn ang="0">
                        <a:pos x="T62" y="T63"/>
                      </a:cxn>
                      <a:cxn ang="0">
                        <a:pos x="T64" y="T65"/>
                      </a:cxn>
                      <a:cxn ang="0">
                        <a:pos x="T66" y="T67"/>
                      </a:cxn>
                      <a:cxn ang="0">
                        <a:pos x="T68" y="T69"/>
                      </a:cxn>
                      <a:cxn ang="0">
                        <a:pos x="T70" y="T71"/>
                      </a:cxn>
                      <a:cxn ang="0">
                        <a:pos x="T72" y="T73"/>
                      </a:cxn>
                      <a:cxn ang="0">
                        <a:pos x="T74" y="T75"/>
                      </a:cxn>
                      <a:cxn ang="0">
                        <a:pos x="T76" y="T77"/>
                      </a:cxn>
                      <a:cxn ang="0">
                        <a:pos x="T78" y="T79"/>
                      </a:cxn>
                      <a:cxn ang="0">
                        <a:pos x="T80" y="T81"/>
                      </a:cxn>
                      <a:cxn ang="0">
                        <a:pos x="T82" y="T83"/>
                      </a:cxn>
                      <a:cxn ang="0">
                        <a:pos x="T84" y="T85"/>
                      </a:cxn>
                      <a:cxn ang="0">
                        <a:pos x="T86" y="T87"/>
                      </a:cxn>
                      <a:cxn ang="0">
                        <a:pos x="T88" y="T89"/>
                      </a:cxn>
                      <a:cxn ang="0">
                        <a:pos x="T90" y="T91"/>
                      </a:cxn>
                      <a:cxn ang="0">
                        <a:pos x="T92" y="T93"/>
                      </a:cxn>
                      <a:cxn ang="0">
                        <a:pos x="T94" y="T95"/>
                      </a:cxn>
                    </a:cxnLst>
                    <a:rect l="0" t="0" r="r" b="b"/>
                    <a:pathLst>
                      <a:path w="1121" h="1112">
                        <a:moveTo>
                          <a:pt x="560" y="97"/>
                        </a:moveTo>
                        <a:cubicBezTo>
                          <a:pt x="545" y="97"/>
                          <a:pt x="530" y="98"/>
                          <a:pt x="515" y="100"/>
                        </a:cubicBezTo>
                        <a:cubicBezTo>
                          <a:pt x="457" y="0"/>
                          <a:pt x="457" y="0"/>
                          <a:pt x="457" y="0"/>
                        </a:cubicBezTo>
                        <a:cubicBezTo>
                          <a:pt x="317" y="45"/>
                          <a:pt x="317" y="45"/>
                          <a:pt x="317" y="45"/>
                        </a:cubicBezTo>
                        <a:cubicBezTo>
                          <a:pt x="329" y="160"/>
                          <a:pt x="329" y="160"/>
                          <a:pt x="329" y="160"/>
                        </a:cubicBezTo>
                        <a:cubicBezTo>
                          <a:pt x="303" y="176"/>
                          <a:pt x="278" y="194"/>
                          <a:pt x="255" y="214"/>
                        </a:cubicBezTo>
                        <a:cubicBezTo>
                          <a:pt x="150" y="167"/>
                          <a:pt x="150" y="167"/>
                          <a:pt x="150" y="167"/>
                        </a:cubicBezTo>
                        <a:cubicBezTo>
                          <a:pt x="63" y="286"/>
                          <a:pt x="63" y="286"/>
                          <a:pt x="63" y="286"/>
                        </a:cubicBezTo>
                        <a:cubicBezTo>
                          <a:pt x="141" y="372"/>
                          <a:pt x="141" y="372"/>
                          <a:pt x="141" y="372"/>
                        </a:cubicBezTo>
                        <a:cubicBezTo>
                          <a:pt x="129" y="399"/>
                          <a:pt x="119" y="428"/>
                          <a:pt x="113" y="459"/>
                        </a:cubicBezTo>
                        <a:cubicBezTo>
                          <a:pt x="0" y="483"/>
                          <a:pt x="0" y="483"/>
                          <a:pt x="0" y="483"/>
                        </a:cubicBezTo>
                        <a:cubicBezTo>
                          <a:pt x="0" y="630"/>
                          <a:pt x="0" y="630"/>
                          <a:pt x="0" y="630"/>
                        </a:cubicBezTo>
                        <a:cubicBezTo>
                          <a:pt x="113" y="654"/>
                          <a:pt x="113" y="654"/>
                          <a:pt x="113" y="654"/>
                        </a:cubicBezTo>
                        <a:cubicBezTo>
                          <a:pt x="119" y="684"/>
                          <a:pt x="129" y="713"/>
                          <a:pt x="141" y="740"/>
                        </a:cubicBezTo>
                        <a:cubicBezTo>
                          <a:pt x="64" y="826"/>
                          <a:pt x="64" y="826"/>
                          <a:pt x="64" y="826"/>
                        </a:cubicBezTo>
                        <a:cubicBezTo>
                          <a:pt x="150" y="945"/>
                          <a:pt x="150" y="945"/>
                          <a:pt x="150" y="945"/>
                        </a:cubicBezTo>
                        <a:cubicBezTo>
                          <a:pt x="256" y="898"/>
                          <a:pt x="256" y="898"/>
                          <a:pt x="256" y="898"/>
                        </a:cubicBezTo>
                        <a:cubicBezTo>
                          <a:pt x="279" y="919"/>
                          <a:pt x="303" y="936"/>
                          <a:pt x="330" y="952"/>
                        </a:cubicBezTo>
                        <a:cubicBezTo>
                          <a:pt x="318" y="1067"/>
                          <a:pt x="318" y="1067"/>
                          <a:pt x="318" y="1067"/>
                        </a:cubicBezTo>
                        <a:cubicBezTo>
                          <a:pt x="458" y="1112"/>
                          <a:pt x="458" y="1112"/>
                          <a:pt x="458" y="1112"/>
                        </a:cubicBezTo>
                        <a:cubicBezTo>
                          <a:pt x="515" y="1012"/>
                          <a:pt x="515" y="1012"/>
                          <a:pt x="515" y="1012"/>
                        </a:cubicBezTo>
                        <a:cubicBezTo>
                          <a:pt x="530" y="1014"/>
                          <a:pt x="546" y="1014"/>
                          <a:pt x="561" y="1014"/>
                        </a:cubicBezTo>
                        <a:cubicBezTo>
                          <a:pt x="576" y="1014"/>
                          <a:pt x="591" y="1014"/>
                          <a:pt x="607" y="1012"/>
                        </a:cubicBezTo>
                        <a:cubicBezTo>
                          <a:pt x="664" y="1112"/>
                          <a:pt x="664" y="1112"/>
                          <a:pt x="664" y="1112"/>
                        </a:cubicBezTo>
                        <a:cubicBezTo>
                          <a:pt x="804" y="1066"/>
                          <a:pt x="804" y="1066"/>
                          <a:pt x="804" y="1066"/>
                        </a:cubicBezTo>
                        <a:cubicBezTo>
                          <a:pt x="792" y="952"/>
                          <a:pt x="792" y="952"/>
                          <a:pt x="792" y="952"/>
                        </a:cubicBezTo>
                        <a:cubicBezTo>
                          <a:pt x="819" y="936"/>
                          <a:pt x="843" y="918"/>
                          <a:pt x="866" y="898"/>
                        </a:cubicBezTo>
                        <a:cubicBezTo>
                          <a:pt x="971" y="945"/>
                          <a:pt x="971" y="945"/>
                          <a:pt x="971" y="945"/>
                        </a:cubicBezTo>
                        <a:cubicBezTo>
                          <a:pt x="1058" y="826"/>
                          <a:pt x="1058" y="826"/>
                          <a:pt x="1058" y="826"/>
                        </a:cubicBezTo>
                        <a:cubicBezTo>
                          <a:pt x="981" y="740"/>
                          <a:pt x="981" y="740"/>
                          <a:pt x="981" y="740"/>
                        </a:cubicBezTo>
                        <a:cubicBezTo>
                          <a:pt x="993" y="712"/>
                          <a:pt x="1002" y="683"/>
                          <a:pt x="1009" y="653"/>
                        </a:cubicBezTo>
                        <a:cubicBezTo>
                          <a:pt x="1121" y="629"/>
                          <a:pt x="1121" y="629"/>
                          <a:pt x="1121" y="629"/>
                        </a:cubicBezTo>
                        <a:cubicBezTo>
                          <a:pt x="1121" y="482"/>
                          <a:pt x="1121" y="482"/>
                          <a:pt x="1121" y="482"/>
                        </a:cubicBezTo>
                        <a:cubicBezTo>
                          <a:pt x="1008" y="458"/>
                          <a:pt x="1008" y="458"/>
                          <a:pt x="1008" y="458"/>
                        </a:cubicBezTo>
                        <a:cubicBezTo>
                          <a:pt x="1002" y="428"/>
                          <a:pt x="993" y="399"/>
                          <a:pt x="980" y="371"/>
                        </a:cubicBezTo>
                        <a:cubicBezTo>
                          <a:pt x="1057" y="285"/>
                          <a:pt x="1057" y="285"/>
                          <a:pt x="1057" y="285"/>
                        </a:cubicBezTo>
                        <a:cubicBezTo>
                          <a:pt x="971" y="167"/>
                          <a:pt x="971" y="167"/>
                          <a:pt x="971" y="167"/>
                        </a:cubicBezTo>
                        <a:cubicBezTo>
                          <a:pt x="865" y="213"/>
                          <a:pt x="865" y="213"/>
                          <a:pt x="865" y="213"/>
                        </a:cubicBezTo>
                        <a:cubicBezTo>
                          <a:pt x="843" y="193"/>
                          <a:pt x="818" y="175"/>
                          <a:pt x="792" y="160"/>
                        </a:cubicBezTo>
                        <a:cubicBezTo>
                          <a:pt x="803" y="45"/>
                          <a:pt x="803" y="45"/>
                          <a:pt x="803" y="45"/>
                        </a:cubicBezTo>
                        <a:cubicBezTo>
                          <a:pt x="664" y="0"/>
                          <a:pt x="664" y="0"/>
                          <a:pt x="664" y="0"/>
                        </a:cubicBezTo>
                        <a:cubicBezTo>
                          <a:pt x="606" y="100"/>
                          <a:pt x="606" y="100"/>
                          <a:pt x="606" y="100"/>
                        </a:cubicBezTo>
                        <a:cubicBezTo>
                          <a:pt x="591" y="98"/>
                          <a:pt x="576" y="97"/>
                          <a:pt x="560" y="97"/>
                        </a:cubicBezTo>
                        <a:close/>
                        <a:moveTo>
                          <a:pt x="967" y="556"/>
                        </a:moveTo>
                        <a:cubicBezTo>
                          <a:pt x="967" y="780"/>
                          <a:pt x="785" y="962"/>
                          <a:pt x="561" y="962"/>
                        </a:cubicBezTo>
                        <a:cubicBezTo>
                          <a:pt x="337" y="962"/>
                          <a:pt x="155" y="781"/>
                          <a:pt x="154" y="556"/>
                        </a:cubicBezTo>
                        <a:cubicBezTo>
                          <a:pt x="154" y="332"/>
                          <a:pt x="336" y="150"/>
                          <a:pt x="560" y="150"/>
                        </a:cubicBezTo>
                        <a:cubicBezTo>
                          <a:pt x="785" y="150"/>
                          <a:pt x="967" y="331"/>
                          <a:pt x="967" y="556"/>
                        </a:cubicBez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en-US" dirty="0"/>
                  </a:p>
                </p:txBody>
              </p:sp>
              <p:sp>
                <p:nvSpPr>
                  <p:cNvPr id="105" name="0">
                    <a:extLst>
                      <a:ext uri="{FF2B5EF4-FFF2-40B4-BE49-F238E27FC236}">
                        <a16:creationId xmlns:a16="http://schemas.microsoft.com/office/drawing/2014/main" id="{0EA95357-4A34-E572-976C-A2676E62A878}"/>
                      </a:ext>
                    </a:extLst>
                  </p:cNvPr>
                  <p:cNvSpPr>
                    <a:spLocks noEditPoints="1"/>
                  </p:cNvSpPr>
                  <p:nvPr/>
                </p:nvSpPr>
                <p:spPr bwMode="auto">
                  <a:xfrm>
                    <a:off x="2327819" y="1388219"/>
                    <a:ext cx="1716609" cy="1701474"/>
                  </a:xfrm>
                  <a:custGeom>
                    <a:avLst/>
                    <a:gdLst>
                      <a:gd name="T0" fmla="*/ 417 w 833"/>
                      <a:gd name="T1" fmla="*/ 73 h 826"/>
                      <a:gd name="T2" fmla="*/ 383 w 833"/>
                      <a:gd name="T3" fmla="*/ 74 h 826"/>
                      <a:gd name="T4" fmla="*/ 340 w 833"/>
                      <a:gd name="T5" fmla="*/ 0 h 826"/>
                      <a:gd name="T6" fmla="*/ 236 w 833"/>
                      <a:gd name="T7" fmla="*/ 34 h 826"/>
                      <a:gd name="T8" fmla="*/ 245 w 833"/>
                      <a:gd name="T9" fmla="*/ 119 h 826"/>
                      <a:gd name="T10" fmla="*/ 190 w 833"/>
                      <a:gd name="T11" fmla="*/ 159 h 826"/>
                      <a:gd name="T12" fmla="*/ 112 w 833"/>
                      <a:gd name="T13" fmla="*/ 124 h 826"/>
                      <a:gd name="T14" fmla="*/ 48 w 833"/>
                      <a:gd name="T15" fmla="*/ 213 h 826"/>
                      <a:gd name="T16" fmla="*/ 105 w 833"/>
                      <a:gd name="T17" fmla="*/ 276 h 826"/>
                      <a:gd name="T18" fmla="*/ 84 w 833"/>
                      <a:gd name="T19" fmla="*/ 341 h 826"/>
                      <a:gd name="T20" fmla="*/ 0 w 833"/>
                      <a:gd name="T21" fmla="*/ 359 h 826"/>
                      <a:gd name="T22" fmla="*/ 1 w 833"/>
                      <a:gd name="T23" fmla="*/ 468 h 826"/>
                      <a:gd name="T24" fmla="*/ 84 w 833"/>
                      <a:gd name="T25" fmla="*/ 486 h 826"/>
                      <a:gd name="T26" fmla="*/ 105 w 833"/>
                      <a:gd name="T27" fmla="*/ 550 h 826"/>
                      <a:gd name="T28" fmla="*/ 48 w 833"/>
                      <a:gd name="T29" fmla="*/ 614 h 826"/>
                      <a:gd name="T30" fmla="*/ 112 w 833"/>
                      <a:gd name="T31" fmla="*/ 702 h 826"/>
                      <a:gd name="T32" fmla="*/ 191 w 833"/>
                      <a:gd name="T33" fmla="*/ 667 h 826"/>
                      <a:gd name="T34" fmla="*/ 245 w 833"/>
                      <a:gd name="T35" fmla="*/ 707 h 826"/>
                      <a:gd name="T36" fmla="*/ 237 w 833"/>
                      <a:gd name="T37" fmla="*/ 792 h 826"/>
                      <a:gd name="T38" fmla="*/ 340 w 833"/>
                      <a:gd name="T39" fmla="*/ 826 h 826"/>
                      <a:gd name="T40" fmla="*/ 383 w 833"/>
                      <a:gd name="T41" fmla="*/ 752 h 826"/>
                      <a:gd name="T42" fmla="*/ 417 w 833"/>
                      <a:gd name="T43" fmla="*/ 753 h 826"/>
                      <a:gd name="T44" fmla="*/ 451 w 833"/>
                      <a:gd name="T45" fmla="*/ 752 h 826"/>
                      <a:gd name="T46" fmla="*/ 494 w 833"/>
                      <a:gd name="T47" fmla="*/ 826 h 826"/>
                      <a:gd name="T48" fmla="*/ 598 w 833"/>
                      <a:gd name="T49" fmla="*/ 792 h 826"/>
                      <a:gd name="T50" fmla="*/ 589 w 833"/>
                      <a:gd name="T51" fmla="*/ 707 h 826"/>
                      <a:gd name="T52" fmla="*/ 644 w 833"/>
                      <a:gd name="T53" fmla="*/ 667 h 826"/>
                      <a:gd name="T54" fmla="*/ 722 w 833"/>
                      <a:gd name="T55" fmla="*/ 702 h 826"/>
                      <a:gd name="T56" fmla="*/ 786 w 833"/>
                      <a:gd name="T57" fmla="*/ 613 h 826"/>
                      <a:gd name="T58" fmla="*/ 729 w 833"/>
                      <a:gd name="T59" fmla="*/ 550 h 826"/>
                      <a:gd name="T60" fmla="*/ 750 w 833"/>
                      <a:gd name="T61" fmla="*/ 485 h 826"/>
                      <a:gd name="T62" fmla="*/ 833 w 833"/>
                      <a:gd name="T63" fmla="*/ 467 h 826"/>
                      <a:gd name="T64" fmla="*/ 833 w 833"/>
                      <a:gd name="T65" fmla="*/ 358 h 826"/>
                      <a:gd name="T66" fmla="*/ 750 w 833"/>
                      <a:gd name="T67" fmla="*/ 340 h 826"/>
                      <a:gd name="T68" fmla="*/ 729 w 833"/>
                      <a:gd name="T69" fmla="*/ 276 h 826"/>
                      <a:gd name="T70" fmla="*/ 786 w 833"/>
                      <a:gd name="T71" fmla="*/ 212 h 826"/>
                      <a:gd name="T72" fmla="*/ 722 w 833"/>
                      <a:gd name="T73" fmla="*/ 124 h 826"/>
                      <a:gd name="T74" fmla="*/ 643 w 833"/>
                      <a:gd name="T75" fmla="*/ 159 h 826"/>
                      <a:gd name="T76" fmla="*/ 589 w 833"/>
                      <a:gd name="T77" fmla="*/ 119 h 826"/>
                      <a:gd name="T78" fmla="*/ 597 w 833"/>
                      <a:gd name="T79" fmla="*/ 34 h 826"/>
                      <a:gd name="T80" fmla="*/ 494 w 833"/>
                      <a:gd name="T81" fmla="*/ 0 h 826"/>
                      <a:gd name="T82" fmla="*/ 451 w 833"/>
                      <a:gd name="T83" fmla="*/ 74 h 826"/>
                      <a:gd name="T84" fmla="*/ 417 w 833"/>
                      <a:gd name="T85" fmla="*/ 73 h 826"/>
                      <a:gd name="T86" fmla="*/ 719 w 833"/>
                      <a:gd name="T87" fmla="*/ 413 h 826"/>
                      <a:gd name="T88" fmla="*/ 417 w 833"/>
                      <a:gd name="T89" fmla="*/ 715 h 826"/>
                      <a:gd name="T90" fmla="*/ 115 w 833"/>
                      <a:gd name="T91" fmla="*/ 413 h 826"/>
                      <a:gd name="T92" fmla="*/ 417 w 833"/>
                      <a:gd name="T93" fmla="*/ 111 h 826"/>
                      <a:gd name="T94" fmla="*/ 719 w 833"/>
                      <a:gd name="T95" fmla="*/ 413 h 82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  <a:cxn ang="0">
                        <a:pos x="T44" y="T45"/>
                      </a:cxn>
                      <a:cxn ang="0">
                        <a:pos x="T46" y="T47"/>
                      </a:cxn>
                      <a:cxn ang="0">
                        <a:pos x="T48" y="T49"/>
                      </a:cxn>
                      <a:cxn ang="0">
                        <a:pos x="T50" y="T51"/>
                      </a:cxn>
                      <a:cxn ang="0">
                        <a:pos x="T52" y="T53"/>
                      </a:cxn>
                      <a:cxn ang="0">
                        <a:pos x="T54" y="T55"/>
                      </a:cxn>
                      <a:cxn ang="0">
                        <a:pos x="T56" y="T57"/>
                      </a:cxn>
                      <a:cxn ang="0">
                        <a:pos x="T58" y="T59"/>
                      </a:cxn>
                      <a:cxn ang="0">
                        <a:pos x="T60" y="T61"/>
                      </a:cxn>
                      <a:cxn ang="0">
                        <a:pos x="T62" y="T63"/>
                      </a:cxn>
                      <a:cxn ang="0">
                        <a:pos x="T64" y="T65"/>
                      </a:cxn>
                      <a:cxn ang="0">
                        <a:pos x="T66" y="T67"/>
                      </a:cxn>
                      <a:cxn ang="0">
                        <a:pos x="T68" y="T69"/>
                      </a:cxn>
                      <a:cxn ang="0">
                        <a:pos x="T70" y="T71"/>
                      </a:cxn>
                      <a:cxn ang="0">
                        <a:pos x="T72" y="T73"/>
                      </a:cxn>
                      <a:cxn ang="0">
                        <a:pos x="T74" y="T75"/>
                      </a:cxn>
                      <a:cxn ang="0">
                        <a:pos x="T76" y="T77"/>
                      </a:cxn>
                      <a:cxn ang="0">
                        <a:pos x="T78" y="T79"/>
                      </a:cxn>
                      <a:cxn ang="0">
                        <a:pos x="T80" y="T81"/>
                      </a:cxn>
                      <a:cxn ang="0">
                        <a:pos x="T82" y="T83"/>
                      </a:cxn>
                      <a:cxn ang="0">
                        <a:pos x="T84" y="T85"/>
                      </a:cxn>
                      <a:cxn ang="0">
                        <a:pos x="T86" y="T87"/>
                      </a:cxn>
                      <a:cxn ang="0">
                        <a:pos x="T88" y="T89"/>
                      </a:cxn>
                      <a:cxn ang="0">
                        <a:pos x="T90" y="T91"/>
                      </a:cxn>
                      <a:cxn ang="0">
                        <a:pos x="T92" y="T93"/>
                      </a:cxn>
                      <a:cxn ang="0">
                        <a:pos x="T94" y="T95"/>
                      </a:cxn>
                    </a:cxnLst>
                    <a:rect l="0" t="0" r="r" b="b"/>
                    <a:pathLst>
                      <a:path w="833" h="826">
                        <a:moveTo>
                          <a:pt x="417" y="73"/>
                        </a:moveTo>
                        <a:cubicBezTo>
                          <a:pt x="405" y="73"/>
                          <a:pt x="394" y="73"/>
                          <a:pt x="383" y="74"/>
                        </a:cubicBezTo>
                        <a:cubicBezTo>
                          <a:pt x="340" y="0"/>
                          <a:pt x="340" y="0"/>
                          <a:pt x="340" y="0"/>
                        </a:cubicBezTo>
                        <a:cubicBezTo>
                          <a:pt x="236" y="34"/>
                          <a:pt x="236" y="34"/>
                          <a:pt x="236" y="34"/>
                        </a:cubicBezTo>
                        <a:cubicBezTo>
                          <a:pt x="245" y="119"/>
                          <a:pt x="245" y="119"/>
                          <a:pt x="245" y="119"/>
                        </a:cubicBezTo>
                        <a:cubicBezTo>
                          <a:pt x="225" y="131"/>
                          <a:pt x="207" y="144"/>
                          <a:pt x="190" y="159"/>
                        </a:cubicBezTo>
                        <a:cubicBezTo>
                          <a:pt x="112" y="124"/>
                          <a:pt x="112" y="124"/>
                          <a:pt x="112" y="124"/>
                        </a:cubicBezTo>
                        <a:cubicBezTo>
                          <a:pt x="48" y="213"/>
                          <a:pt x="48" y="213"/>
                          <a:pt x="48" y="213"/>
                        </a:cubicBezTo>
                        <a:cubicBezTo>
                          <a:pt x="105" y="276"/>
                          <a:pt x="105" y="276"/>
                          <a:pt x="105" y="276"/>
                        </a:cubicBezTo>
                        <a:cubicBezTo>
                          <a:pt x="96" y="297"/>
                          <a:pt x="89" y="318"/>
                          <a:pt x="84" y="341"/>
                        </a:cubicBezTo>
                        <a:cubicBezTo>
                          <a:pt x="0" y="359"/>
                          <a:pt x="0" y="359"/>
                          <a:pt x="0" y="359"/>
                        </a:cubicBezTo>
                        <a:cubicBezTo>
                          <a:pt x="1" y="468"/>
                          <a:pt x="1" y="468"/>
                          <a:pt x="1" y="468"/>
                        </a:cubicBezTo>
                        <a:cubicBezTo>
                          <a:pt x="84" y="486"/>
                          <a:pt x="84" y="486"/>
                          <a:pt x="84" y="486"/>
                        </a:cubicBezTo>
                        <a:cubicBezTo>
                          <a:pt x="89" y="508"/>
                          <a:pt x="96" y="529"/>
                          <a:pt x="105" y="550"/>
                        </a:cubicBezTo>
                        <a:cubicBezTo>
                          <a:pt x="48" y="614"/>
                          <a:pt x="48" y="614"/>
                          <a:pt x="48" y="614"/>
                        </a:cubicBezTo>
                        <a:cubicBezTo>
                          <a:pt x="112" y="702"/>
                          <a:pt x="112" y="702"/>
                          <a:pt x="112" y="702"/>
                        </a:cubicBezTo>
                        <a:cubicBezTo>
                          <a:pt x="191" y="667"/>
                          <a:pt x="191" y="667"/>
                          <a:pt x="191" y="667"/>
                        </a:cubicBezTo>
                        <a:cubicBezTo>
                          <a:pt x="208" y="682"/>
                          <a:pt x="226" y="695"/>
                          <a:pt x="245" y="707"/>
                        </a:cubicBezTo>
                        <a:cubicBezTo>
                          <a:pt x="237" y="792"/>
                          <a:pt x="237" y="792"/>
                          <a:pt x="237" y="792"/>
                        </a:cubicBezTo>
                        <a:cubicBezTo>
                          <a:pt x="340" y="826"/>
                          <a:pt x="340" y="826"/>
                          <a:pt x="340" y="826"/>
                        </a:cubicBezTo>
                        <a:cubicBezTo>
                          <a:pt x="383" y="752"/>
                          <a:pt x="383" y="752"/>
                          <a:pt x="383" y="752"/>
                        </a:cubicBezTo>
                        <a:cubicBezTo>
                          <a:pt x="395" y="753"/>
                          <a:pt x="406" y="753"/>
                          <a:pt x="417" y="753"/>
                        </a:cubicBezTo>
                        <a:cubicBezTo>
                          <a:pt x="429" y="753"/>
                          <a:pt x="440" y="753"/>
                          <a:pt x="451" y="752"/>
                        </a:cubicBezTo>
                        <a:cubicBezTo>
                          <a:pt x="494" y="826"/>
                          <a:pt x="494" y="826"/>
                          <a:pt x="494" y="826"/>
                        </a:cubicBezTo>
                        <a:cubicBezTo>
                          <a:pt x="598" y="792"/>
                          <a:pt x="598" y="792"/>
                          <a:pt x="598" y="792"/>
                        </a:cubicBezTo>
                        <a:cubicBezTo>
                          <a:pt x="589" y="707"/>
                          <a:pt x="589" y="707"/>
                          <a:pt x="589" y="707"/>
                        </a:cubicBezTo>
                        <a:cubicBezTo>
                          <a:pt x="609" y="695"/>
                          <a:pt x="627" y="682"/>
                          <a:pt x="644" y="667"/>
                        </a:cubicBezTo>
                        <a:cubicBezTo>
                          <a:pt x="722" y="702"/>
                          <a:pt x="722" y="702"/>
                          <a:pt x="722" y="702"/>
                        </a:cubicBezTo>
                        <a:cubicBezTo>
                          <a:pt x="786" y="613"/>
                          <a:pt x="786" y="613"/>
                          <a:pt x="786" y="613"/>
                        </a:cubicBezTo>
                        <a:cubicBezTo>
                          <a:pt x="729" y="550"/>
                          <a:pt x="729" y="550"/>
                          <a:pt x="729" y="550"/>
                        </a:cubicBezTo>
                        <a:cubicBezTo>
                          <a:pt x="738" y="529"/>
                          <a:pt x="745" y="508"/>
                          <a:pt x="750" y="485"/>
                        </a:cubicBezTo>
                        <a:cubicBezTo>
                          <a:pt x="833" y="467"/>
                          <a:pt x="833" y="467"/>
                          <a:pt x="833" y="467"/>
                        </a:cubicBezTo>
                        <a:cubicBezTo>
                          <a:pt x="833" y="358"/>
                          <a:pt x="833" y="358"/>
                          <a:pt x="833" y="358"/>
                        </a:cubicBezTo>
                        <a:cubicBezTo>
                          <a:pt x="750" y="340"/>
                          <a:pt x="750" y="340"/>
                          <a:pt x="750" y="340"/>
                        </a:cubicBezTo>
                        <a:cubicBezTo>
                          <a:pt x="745" y="318"/>
                          <a:pt x="738" y="296"/>
                          <a:pt x="729" y="276"/>
                        </a:cubicBezTo>
                        <a:cubicBezTo>
                          <a:pt x="786" y="212"/>
                          <a:pt x="786" y="212"/>
                          <a:pt x="786" y="212"/>
                        </a:cubicBezTo>
                        <a:cubicBezTo>
                          <a:pt x="722" y="124"/>
                          <a:pt x="722" y="124"/>
                          <a:pt x="722" y="124"/>
                        </a:cubicBezTo>
                        <a:cubicBezTo>
                          <a:pt x="643" y="159"/>
                          <a:pt x="643" y="159"/>
                          <a:pt x="643" y="159"/>
                        </a:cubicBezTo>
                        <a:cubicBezTo>
                          <a:pt x="626" y="144"/>
                          <a:pt x="608" y="130"/>
                          <a:pt x="589" y="119"/>
                        </a:cubicBezTo>
                        <a:cubicBezTo>
                          <a:pt x="597" y="34"/>
                          <a:pt x="597" y="34"/>
                          <a:pt x="597" y="34"/>
                        </a:cubicBezTo>
                        <a:cubicBezTo>
                          <a:pt x="494" y="0"/>
                          <a:pt x="494" y="0"/>
                          <a:pt x="494" y="0"/>
                        </a:cubicBezTo>
                        <a:cubicBezTo>
                          <a:pt x="451" y="74"/>
                          <a:pt x="451" y="74"/>
                          <a:pt x="451" y="74"/>
                        </a:cubicBezTo>
                        <a:cubicBezTo>
                          <a:pt x="440" y="73"/>
                          <a:pt x="428" y="73"/>
                          <a:pt x="417" y="73"/>
                        </a:cubicBezTo>
                        <a:close/>
                        <a:moveTo>
                          <a:pt x="719" y="413"/>
                        </a:moveTo>
                        <a:cubicBezTo>
                          <a:pt x="719" y="579"/>
                          <a:pt x="584" y="714"/>
                          <a:pt x="417" y="715"/>
                        </a:cubicBezTo>
                        <a:cubicBezTo>
                          <a:pt x="251" y="715"/>
                          <a:pt x="115" y="580"/>
                          <a:pt x="115" y="413"/>
                        </a:cubicBezTo>
                        <a:cubicBezTo>
                          <a:pt x="115" y="247"/>
                          <a:pt x="250" y="111"/>
                          <a:pt x="417" y="111"/>
                        </a:cubicBezTo>
                        <a:cubicBezTo>
                          <a:pt x="583" y="111"/>
                          <a:pt x="718" y="246"/>
                          <a:pt x="719" y="413"/>
                        </a:cubicBez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en-US"/>
                  </a:p>
                </p:txBody>
              </p:sp>
              <p:sp>
                <p:nvSpPr>
                  <p:cNvPr id="106" name="0">
                    <a:extLst>
                      <a:ext uri="{FF2B5EF4-FFF2-40B4-BE49-F238E27FC236}">
                        <a16:creationId xmlns:a16="http://schemas.microsoft.com/office/drawing/2014/main" id="{CD3073B2-FCF5-09B9-96BE-F0D5ED4A2ABA}"/>
                      </a:ext>
                    </a:extLst>
                  </p:cNvPr>
                  <p:cNvSpPr>
                    <a:spLocks noEditPoints="1"/>
                  </p:cNvSpPr>
                  <p:nvPr/>
                </p:nvSpPr>
                <p:spPr bwMode="auto">
                  <a:xfrm>
                    <a:off x="2979903" y="3238525"/>
                    <a:ext cx="1417685" cy="1405071"/>
                  </a:xfrm>
                  <a:custGeom>
                    <a:avLst/>
                    <a:gdLst>
                      <a:gd name="T0" fmla="*/ 344 w 688"/>
                      <a:gd name="T1" fmla="*/ 60 h 682"/>
                      <a:gd name="T2" fmla="*/ 316 w 688"/>
                      <a:gd name="T3" fmla="*/ 61 h 682"/>
                      <a:gd name="T4" fmla="*/ 281 w 688"/>
                      <a:gd name="T5" fmla="*/ 0 h 682"/>
                      <a:gd name="T6" fmla="*/ 195 w 688"/>
                      <a:gd name="T7" fmla="*/ 28 h 682"/>
                      <a:gd name="T8" fmla="*/ 202 w 688"/>
                      <a:gd name="T9" fmla="*/ 98 h 682"/>
                      <a:gd name="T10" fmla="*/ 157 w 688"/>
                      <a:gd name="T11" fmla="*/ 131 h 682"/>
                      <a:gd name="T12" fmla="*/ 93 w 688"/>
                      <a:gd name="T13" fmla="*/ 103 h 682"/>
                      <a:gd name="T14" fmla="*/ 40 w 688"/>
                      <a:gd name="T15" fmla="*/ 175 h 682"/>
                      <a:gd name="T16" fmla="*/ 87 w 688"/>
                      <a:gd name="T17" fmla="*/ 228 h 682"/>
                      <a:gd name="T18" fmla="*/ 70 w 688"/>
                      <a:gd name="T19" fmla="*/ 281 h 682"/>
                      <a:gd name="T20" fmla="*/ 0 w 688"/>
                      <a:gd name="T21" fmla="*/ 296 h 682"/>
                      <a:gd name="T22" fmla="*/ 1 w 688"/>
                      <a:gd name="T23" fmla="*/ 386 h 682"/>
                      <a:gd name="T24" fmla="*/ 70 w 688"/>
                      <a:gd name="T25" fmla="*/ 401 h 682"/>
                      <a:gd name="T26" fmla="*/ 87 w 688"/>
                      <a:gd name="T27" fmla="*/ 454 h 682"/>
                      <a:gd name="T28" fmla="*/ 40 w 688"/>
                      <a:gd name="T29" fmla="*/ 507 h 682"/>
                      <a:gd name="T30" fmla="*/ 93 w 688"/>
                      <a:gd name="T31" fmla="*/ 580 h 682"/>
                      <a:gd name="T32" fmla="*/ 158 w 688"/>
                      <a:gd name="T33" fmla="*/ 551 h 682"/>
                      <a:gd name="T34" fmla="*/ 203 w 688"/>
                      <a:gd name="T35" fmla="*/ 584 h 682"/>
                      <a:gd name="T36" fmla="*/ 195 w 688"/>
                      <a:gd name="T37" fmla="*/ 654 h 682"/>
                      <a:gd name="T38" fmla="*/ 281 w 688"/>
                      <a:gd name="T39" fmla="*/ 682 h 682"/>
                      <a:gd name="T40" fmla="*/ 317 w 688"/>
                      <a:gd name="T41" fmla="*/ 621 h 682"/>
                      <a:gd name="T42" fmla="*/ 345 w 688"/>
                      <a:gd name="T43" fmla="*/ 622 h 682"/>
                      <a:gd name="T44" fmla="*/ 373 w 688"/>
                      <a:gd name="T45" fmla="*/ 621 h 682"/>
                      <a:gd name="T46" fmla="*/ 408 w 688"/>
                      <a:gd name="T47" fmla="*/ 682 h 682"/>
                      <a:gd name="T48" fmla="*/ 494 w 688"/>
                      <a:gd name="T49" fmla="*/ 654 h 682"/>
                      <a:gd name="T50" fmla="*/ 486 w 688"/>
                      <a:gd name="T51" fmla="*/ 584 h 682"/>
                      <a:gd name="T52" fmla="*/ 531 w 688"/>
                      <a:gd name="T53" fmla="*/ 551 h 682"/>
                      <a:gd name="T54" fmla="*/ 596 w 688"/>
                      <a:gd name="T55" fmla="*/ 579 h 682"/>
                      <a:gd name="T56" fmla="*/ 649 w 688"/>
                      <a:gd name="T57" fmla="*/ 506 h 682"/>
                      <a:gd name="T58" fmla="*/ 602 w 688"/>
                      <a:gd name="T59" fmla="*/ 454 h 682"/>
                      <a:gd name="T60" fmla="*/ 619 w 688"/>
                      <a:gd name="T61" fmla="*/ 401 h 682"/>
                      <a:gd name="T62" fmla="*/ 688 w 688"/>
                      <a:gd name="T63" fmla="*/ 386 h 682"/>
                      <a:gd name="T64" fmla="*/ 688 w 688"/>
                      <a:gd name="T65" fmla="*/ 296 h 682"/>
                      <a:gd name="T66" fmla="*/ 619 w 688"/>
                      <a:gd name="T67" fmla="*/ 281 h 682"/>
                      <a:gd name="T68" fmla="*/ 602 w 688"/>
                      <a:gd name="T69" fmla="*/ 228 h 682"/>
                      <a:gd name="T70" fmla="*/ 649 w 688"/>
                      <a:gd name="T71" fmla="*/ 175 h 682"/>
                      <a:gd name="T72" fmla="*/ 596 w 688"/>
                      <a:gd name="T73" fmla="*/ 102 h 682"/>
                      <a:gd name="T74" fmla="*/ 531 w 688"/>
                      <a:gd name="T75" fmla="*/ 131 h 682"/>
                      <a:gd name="T76" fmla="*/ 486 w 688"/>
                      <a:gd name="T77" fmla="*/ 98 h 682"/>
                      <a:gd name="T78" fmla="*/ 493 w 688"/>
                      <a:gd name="T79" fmla="*/ 28 h 682"/>
                      <a:gd name="T80" fmla="*/ 408 w 688"/>
                      <a:gd name="T81" fmla="*/ 0 h 682"/>
                      <a:gd name="T82" fmla="*/ 372 w 688"/>
                      <a:gd name="T83" fmla="*/ 61 h 682"/>
                      <a:gd name="T84" fmla="*/ 344 w 688"/>
                      <a:gd name="T85" fmla="*/ 60 h 682"/>
                      <a:gd name="T86" fmla="*/ 593 w 688"/>
                      <a:gd name="T87" fmla="*/ 341 h 682"/>
                      <a:gd name="T88" fmla="*/ 345 w 688"/>
                      <a:gd name="T89" fmla="*/ 590 h 682"/>
                      <a:gd name="T90" fmla="*/ 95 w 688"/>
                      <a:gd name="T91" fmla="*/ 341 h 682"/>
                      <a:gd name="T92" fmla="*/ 344 w 688"/>
                      <a:gd name="T93" fmla="*/ 92 h 682"/>
                      <a:gd name="T94" fmla="*/ 593 w 688"/>
                      <a:gd name="T95" fmla="*/ 341 h 682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  <a:cxn ang="0">
                        <a:pos x="T44" y="T45"/>
                      </a:cxn>
                      <a:cxn ang="0">
                        <a:pos x="T46" y="T47"/>
                      </a:cxn>
                      <a:cxn ang="0">
                        <a:pos x="T48" y="T49"/>
                      </a:cxn>
                      <a:cxn ang="0">
                        <a:pos x="T50" y="T51"/>
                      </a:cxn>
                      <a:cxn ang="0">
                        <a:pos x="T52" y="T53"/>
                      </a:cxn>
                      <a:cxn ang="0">
                        <a:pos x="T54" y="T55"/>
                      </a:cxn>
                      <a:cxn ang="0">
                        <a:pos x="T56" y="T57"/>
                      </a:cxn>
                      <a:cxn ang="0">
                        <a:pos x="T58" y="T59"/>
                      </a:cxn>
                      <a:cxn ang="0">
                        <a:pos x="T60" y="T61"/>
                      </a:cxn>
                      <a:cxn ang="0">
                        <a:pos x="T62" y="T63"/>
                      </a:cxn>
                      <a:cxn ang="0">
                        <a:pos x="T64" y="T65"/>
                      </a:cxn>
                      <a:cxn ang="0">
                        <a:pos x="T66" y="T67"/>
                      </a:cxn>
                      <a:cxn ang="0">
                        <a:pos x="T68" y="T69"/>
                      </a:cxn>
                      <a:cxn ang="0">
                        <a:pos x="T70" y="T71"/>
                      </a:cxn>
                      <a:cxn ang="0">
                        <a:pos x="T72" y="T73"/>
                      </a:cxn>
                      <a:cxn ang="0">
                        <a:pos x="T74" y="T75"/>
                      </a:cxn>
                      <a:cxn ang="0">
                        <a:pos x="T76" y="T77"/>
                      </a:cxn>
                      <a:cxn ang="0">
                        <a:pos x="T78" y="T79"/>
                      </a:cxn>
                      <a:cxn ang="0">
                        <a:pos x="T80" y="T81"/>
                      </a:cxn>
                      <a:cxn ang="0">
                        <a:pos x="T82" y="T83"/>
                      </a:cxn>
                      <a:cxn ang="0">
                        <a:pos x="T84" y="T85"/>
                      </a:cxn>
                      <a:cxn ang="0">
                        <a:pos x="T86" y="T87"/>
                      </a:cxn>
                      <a:cxn ang="0">
                        <a:pos x="T88" y="T89"/>
                      </a:cxn>
                      <a:cxn ang="0">
                        <a:pos x="T90" y="T91"/>
                      </a:cxn>
                      <a:cxn ang="0">
                        <a:pos x="T92" y="T93"/>
                      </a:cxn>
                      <a:cxn ang="0">
                        <a:pos x="T94" y="T95"/>
                      </a:cxn>
                    </a:cxnLst>
                    <a:rect l="0" t="0" r="r" b="b"/>
                    <a:pathLst>
                      <a:path w="688" h="682">
                        <a:moveTo>
                          <a:pt x="344" y="60"/>
                        </a:moveTo>
                        <a:cubicBezTo>
                          <a:pt x="335" y="60"/>
                          <a:pt x="325" y="60"/>
                          <a:pt x="316" y="61"/>
                        </a:cubicBezTo>
                        <a:cubicBezTo>
                          <a:pt x="281" y="0"/>
                          <a:pt x="281" y="0"/>
                          <a:pt x="281" y="0"/>
                        </a:cubicBezTo>
                        <a:cubicBezTo>
                          <a:pt x="195" y="28"/>
                          <a:pt x="195" y="28"/>
                          <a:pt x="195" y="28"/>
                        </a:cubicBezTo>
                        <a:cubicBezTo>
                          <a:pt x="202" y="98"/>
                          <a:pt x="202" y="98"/>
                          <a:pt x="202" y="98"/>
                        </a:cubicBezTo>
                        <a:cubicBezTo>
                          <a:pt x="186" y="108"/>
                          <a:pt x="171" y="119"/>
                          <a:pt x="157" y="131"/>
                        </a:cubicBezTo>
                        <a:cubicBezTo>
                          <a:pt x="93" y="103"/>
                          <a:pt x="93" y="103"/>
                          <a:pt x="93" y="103"/>
                        </a:cubicBezTo>
                        <a:cubicBezTo>
                          <a:pt x="40" y="175"/>
                          <a:pt x="40" y="175"/>
                          <a:pt x="40" y="175"/>
                        </a:cubicBezTo>
                        <a:cubicBezTo>
                          <a:pt x="87" y="228"/>
                          <a:pt x="87" y="228"/>
                          <a:pt x="87" y="228"/>
                        </a:cubicBezTo>
                        <a:cubicBezTo>
                          <a:pt x="79" y="245"/>
                          <a:pt x="74" y="263"/>
                          <a:pt x="70" y="281"/>
                        </a:cubicBezTo>
                        <a:cubicBezTo>
                          <a:pt x="0" y="296"/>
                          <a:pt x="0" y="296"/>
                          <a:pt x="0" y="296"/>
                        </a:cubicBezTo>
                        <a:cubicBezTo>
                          <a:pt x="1" y="386"/>
                          <a:pt x="1" y="386"/>
                          <a:pt x="1" y="386"/>
                        </a:cubicBezTo>
                        <a:cubicBezTo>
                          <a:pt x="70" y="401"/>
                          <a:pt x="70" y="401"/>
                          <a:pt x="70" y="401"/>
                        </a:cubicBezTo>
                        <a:cubicBezTo>
                          <a:pt x="74" y="419"/>
                          <a:pt x="80" y="437"/>
                          <a:pt x="87" y="454"/>
                        </a:cubicBezTo>
                        <a:cubicBezTo>
                          <a:pt x="40" y="507"/>
                          <a:pt x="40" y="507"/>
                          <a:pt x="40" y="507"/>
                        </a:cubicBezTo>
                        <a:cubicBezTo>
                          <a:pt x="93" y="580"/>
                          <a:pt x="93" y="580"/>
                          <a:pt x="93" y="580"/>
                        </a:cubicBezTo>
                        <a:cubicBezTo>
                          <a:pt x="158" y="551"/>
                          <a:pt x="158" y="551"/>
                          <a:pt x="158" y="551"/>
                        </a:cubicBezTo>
                        <a:cubicBezTo>
                          <a:pt x="171" y="563"/>
                          <a:pt x="187" y="574"/>
                          <a:pt x="203" y="584"/>
                        </a:cubicBezTo>
                        <a:cubicBezTo>
                          <a:pt x="195" y="654"/>
                          <a:pt x="195" y="654"/>
                          <a:pt x="195" y="654"/>
                        </a:cubicBezTo>
                        <a:cubicBezTo>
                          <a:pt x="281" y="682"/>
                          <a:pt x="281" y="682"/>
                          <a:pt x="281" y="682"/>
                        </a:cubicBezTo>
                        <a:cubicBezTo>
                          <a:pt x="317" y="621"/>
                          <a:pt x="317" y="621"/>
                          <a:pt x="317" y="621"/>
                        </a:cubicBezTo>
                        <a:cubicBezTo>
                          <a:pt x="326" y="622"/>
                          <a:pt x="335" y="622"/>
                          <a:pt x="345" y="622"/>
                        </a:cubicBezTo>
                        <a:cubicBezTo>
                          <a:pt x="354" y="622"/>
                          <a:pt x="363" y="622"/>
                          <a:pt x="373" y="621"/>
                        </a:cubicBezTo>
                        <a:cubicBezTo>
                          <a:pt x="408" y="682"/>
                          <a:pt x="408" y="682"/>
                          <a:pt x="408" y="682"/>
                        </a:cubicBezTo>
                        <a:cubicBezTo>
                          <a:pt x="494" y="654"/>
                          <a:pt x="494" y="654"/>
                          <a:pt x="494" y="654"/>
                        </a:cubicBezTo>
                        <a:cubicBezTo>
                          <a:pt x="486" y="584"/>
                          <a:pt x="486" y="584"/>
                          <a:pt x="486" y="584"/>
                        </a:cubicBezTo>
                        <a:cubicBezTo>
                          <a:pt x="503" y="574"/>
                          <a:pt x="518" y="563"/>
                          <a:pt x="531" y="551"/>
                        </a:cubicBezTo>
                        <a:cubicBezTo>
                          <a:pt x="596" y="579"/>
                          <a:pt x="596" y="579"/>
                          <a:pt x="596" y="579"/>
                        </a:cubicBezTo>
                        <a:cubicBezTo>
                          <a:pt x="649" y="506"/>
                          <a:pt x="649" y="506"/>
                          <a:pt x="649" y="506"/>
                        </a:cubicBezTo>
                        <a:cubicBezTo>
                          <a:pt x="602" y="454"/>
                          <a:pt x="602" y="454"/>
                          <a:pt x="602" y="454"/>
                        </a:cubicBezTo>
                        <a:cubicBezTo>
                          <a:pt x="609" y="437"/>
                          <a:pt x="615" y="419"/>
                          <a:pt x="619" y="401"/>
                        </a:cubicBezTo>
                        <a:cubicBezTo>
                          <a:pt x="688" y="386"/>
                          <a:pt x="688" y="386"/>
                          <a:pt x="688" y="386"/>
                        </a:cubicBezTo>
                        <a:cubicBezTo>
                          <a:pt x="688" y="296"/>
                          <a:pt x="688" y="296"/>
                          <a:pt x="688" y="296"/>
                        </a:cubicBezTo>
                        <a:cubicBezTo>
                          <a:pt x="619" y="281"/>
                          <a:pt x="619" y="281"/>
                          <a:pt x="619" y="281"/>
                        </a:cubicBezTo>
                        <a:cubicBezTo>
                          <a:pt x="615" y="262"/>
                          <a:pt x="609" y="245"/>
                          <a:pt x="602" y="228"/>
                        </a:cubicBezTo>
                        <a:cubicBezTo>
                          <a:pt x="649" y="175"/>
                          <a:pt x="649" y="175"/>
                          <a:pt x="649" y="175"/>
                        </a:cubicBezTo>
                        <a:cubicBezTo>
                          <a:pt x="596" y="102"/>
                          <a:pt x="596" y="102"/>
                          <a:pt x="596" y="102"/>
                        </a:cubicBezTo>
                        <a:cubicBezTo>
                          <a:pt x="531" y="131"/>
                          <a:pt x="531" y="131"/>
                          <a:pt x="531" y="131"/>
                        </a:cubicBezTo>
                        <a:cubicBezTo>
                          <a:pt x="517" y="119"/>
                          <a:pt x="502" y="108"/>
                          <a:pt x="486" y="98"/>
                        </a:cubicBezTo>
                        <a:cubicBezTo>
                          <a:pt x="493" y="28"/>
                          <a:pt x="493" y="28"/>
                          <a:pt x="493" y="28"/>
                        </a:cubicBezTo>
                        <a:cubicBezTo>
                          <a:pt x="408" y="0"/>
                          <a:pt x="408" y="0"/>
                          <a:pt x="408" y="0"/>
                        </a:cubicBezTo>
                        <a:cubicBezTo>
                          <a:pt x="372" y="61"/>
                          <a:pt x="372" y="61"/>
                          <a:pt x="372" y="61"/>
                        </a:cubicBezTo>
                        <a:cubicBezTo>
                          <a:pt x="363" y="60"/>
                          <a:pt x="354" y="60"/>
                          <a:pt x="344" y="60"/>
                        </a:cubicBezTo>
                        <a:close/>
                        <a:moveTo>
                          <a:pt x="593" y="341"/>
                        </a:moveTo>
                        <a:cubicBezTo>
                          <a:pt x="593" y="478"/>
                          <a:pt x="482" y="590"/>
                          <a:pt x="345" y="590"/>
                        </a:cubicBezTo>
                        <a:cubicBezTo>
                          <a:pt x="207" y="590"/>
                          <a:pt x="95" y="479"/>
                          <a:pt x="95" y="341"/>
                        </a:cubicBezTo>
                        <a:cubicBezTo>
                          <a:pt x="95" y="204"/>
                          <a:pt x="207" y="92"/>
                          <a:pt x="344" y="92"/>
                        </a:cubicBezTo>
                        <a:cubicBezTo>
                          <a:pt x="482" y="92"/>
                          <a:pt x="593" y="203"/>
                          <a:pt x="593" y="34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en-US"/>
                  </a:p>
                </p:txBody>
              </p:sp>
              <p:sp>
                <p:nvSpPr>
                  <p:cNvPr id="107" name="0">
                    <a:extLst>
                      <a:ext uri="{FF2B5EF4-FFF2-40B4-BE49-F238E27FC236}">
                        <a16:creationId xmlns:a16="http://schemas.microsoft.com/office/drawing/2014/main" id="{72A711E2-8EF3-66B5-D7D4-C3BF9FD86B80}"/>
                      </a:ext>
                    </a:extLst>
                  </p:cNvPr>
                  <p:cNvSpPr>
                    <a:spLocks noEditPoints="1"/>
                  </p:cNvSpPr>
                  <p:nvPr/>
                </p:nvSpPr>
                <p:spPr bwMode="auto">
                  <a:xfrm>
                    <a:off x="3880461" y="2250938"/>
                    <a:ext cx="1300385" cy="1290295"/>
                  </a:xfrm>
                  <a:custGeom>
                    <a:avLst/>
                    <a:gdLst>
                      <a:gd name="T0" fmla="*/ 315 w 631"/>
                      <a:gd name="T1" fmla="*/ 55 h 626"/>
                      <a:gd name="T2" fmla="*/ 290 w 631"/>
                      <a:gd name="T3" fmla="*/ 57 h 626"/>
                      <a:gd name="T4" fmla="*/ 257 w 631"/>
                      <a:gd name="T5" fmla="*/ 0 h 626"/>
                      <a:gd name="T6" fmla="*/ 179 w 631"/>
                      <a:gd name="T7" fmla="*/ 26 h 626"/>
                      <a:gd name="T8" fmla="*/ 185 w 631"/>
                      <a:gd name="T9" fmla="*/ 91 h 626"/>
                      <a:gd name="T10" fmla="*/ 144 w 631"/>
                      <a:gd name="T11" fmla="*/ 121 h 626"/>
                      <a:gd name="T12" fmla="*/ 85 w 631"/>
                      <a:gd name="T13" fmla="*/ 94 h 626"/>
                      <a:gd name="T14" fmla="*/ 36 w 631"/>
                      <a:gd name="T15" fmla="*/ 161 h 626"/>
                      <a:gd name="T16" fmla="*/ 79 w 631"/>
                      <a:gd name="T17" fmla="*/ 210 h 626"/>
                      <a:gd name="T18" fmla="*/ 64 w 631"/>
                      <a:gd name="T19" fmla="*/ 258 h 626"/>
                      <a:gd name="T20" fmla="*/ 0 w 631"/>
                      <a:gd name="T21" fmla="*/ 272 h 626"/>
                      <a:gd name="T22" fmla="*/ 0 w 631"/>
                      <a:gd name="T23" fmla="*/ 355 h 626"/>
                      <a:gd name="T24" fmla="*/ 64 w 631"/>
                      <a:gd name="T25" fmla="*/ 368 h 626"/>
                      <a:gd name="T26" fmla="*/ 80 w 631"/>
                      <a:gd name="T27" fmla="*/ 417 h 626"/>
                      <a:gd name="T28" fmla="*/ 36 w 631"/>
                      <a:gd name="T29" fmla="*/ 465 h 626"/>
                      <a:gd name="T30" fmla="*/ 85 w 631"/>
                      <a:gd name="T31" fmla="*/ 532 h 626"/>
                      <a:gd name="T32" fmla="*/ 144 w 631"/>
                      <a:gd name="T33" fmla="*/ 506 h 626"/>
                      <a:gd name="T34" fmla="*/ 186 w 631"/>
                      <a:gd name="T35" fmla="*/ 536 h 626"/>
                      <a:gd name="T36" fmla="*/ 179 w 631"/>
                      <a:gd name="T37" fmla="*/ 600 h 626"/>
                      <a:gd name="T38" fmla="*/ 258 w 631"/>
                      <a:gd name="T39" fmla="*/ 626 h 626"/>
                      <a:gd name="T40" fmla="*/ 290 w 631"/>
                      <a:gd name="T41" fmla="*/ 570 h 626"/>
                      <a:gd name="T42" fmla="*/ 316 w 631"/>
                      <a:gd name="T43" fmla="*/ 571 h 626"/>
                      <a:gd name="T44" fmla="*/ 341 w 631"/>
                      <a:gd name="T45" fmla="*/ 569 h 626"/>
                      <a:gd name="T46" fmla="*/ 374 w 631"/>
                      <a:gd name="T47" fmla="*/ 626 h 626"/>
                      <a:gd name="T48" fmla="*/ 452 w 631"/>
                      <a:gd name="T49" fmla="*/ 600 h 626"/>
                      <a:gd name="T50" fmla="*/ 446 w 631"/>
                      <a:gd name="T51" fmla="*/ 535 h 626"/>
                      <a:gd name="T52" fmla="*/ 487 w 631"/>
                      <a:gd name="T53" fmla="*/ 505 h 626"/>
                      <a:gd name="T54" fmla="*/ 547 w 631"/>
                      <a:gd name="T55" fmla="*/ 532 h 626"/>
                      <a:gd name="T56" fmla="*/ 595 w 631"/>
                      <a:gd name="T57" fmla="*/ 465 h 626"/>
                      <a:gd name="T58" fmla="*/ 552 w 631"/>
                      <a:gd name="T59" fmla="*/ 416 h 626"/>
                      <a:gd name="T60" fmla="*/ 567 w 631"/>
                      <a:gd name="T61" fmla="*/ 368 h 626"/>
                      <a:gd name="T62" fmla="*/ 631 w 631"/>
                      <a:gd name="T63" fmla="*/ 354 h 626"/>
                      <a:gd name="T64" fmla="*/ 631 w 631"/>
                      <a:gd name="T65" fmla="*/ 271 h 626"/>
                      <a:gd name="T66" fmla="*/ 567 w 631"/>
                      <a:gd name="T67" fmla="*/ 258 h 626"/>
                      <a:gd name="T68" fmla="*/ 552 w 631"/>
                      <a:gd name="T69" fmla="*/ 209 h 626"/>
                      <a:gd name="T70" fmla="*/ 595 w 631"/>
                      <a:gd name="T71" fmla="*/ 161 h 626"/>
                      <a:gd name="T72" fmla="*/ 546 w 631"/>
                      <a:gd name="T73" fmla="*/ 94 h 626"/>
                      <a:gd name="T74" fmla="*/ 487 w 631"/>
                      <a:gd name="T75" fmla="*/ 120 h 626"/>
                      <a:gd name="T76" fmla="*/ 445 w 631"/>
                      <a:gd name="T77" fmla="*/ 90 h 626"/>
                      <a:gd name="T78" fmla="*/ 452 w 631"/>
                      <a:gd name="T79" fmla="*/ 26 h 626"/>
                      <a:gd name="T80" fmla="*/ 373 w 631"/>
                      <a:gd name="T81" fmla="*/ 0 h 626"/>
                      <a:gd name="T82" fmla="*/ 341 w 631"/>
                      <a:gd name="T83" fmla="*/ 56 h 626"/>
                      <a:gd name="T84" fmla="*/ 315 w 631"/>
                      <a:gd name="T85" fmla="*/ 55 h 626"/>
                      <a:gd name="T86" fmla="*/ 544 w 631"/>
                      <a:gd name="T87" fmla="*/ 313 h 626"/>
                      <a:gd name="T88" fmla="*/ 316 w 631"/>
                      <a:gd name="T89" fmla="*/ 541 h 626"/>
                      <a:gd name="T90" fmla="*/ 87 w 631"/>
                      <a:gd name="T91" fmla="*/ 313 h 626"/>
                      <a:gd name="T92" fmla="*/ 315 w 631"/>
                      <a:gd name="T93" fmla="*/ 85 h 626"/>
                      <a:gd name="T94" fmla="*/ 544 w 631"/>
                      <a:gd name="T95" fmla="*/ 313 h 62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  <a:cxn ang="0">
                        <a:pos x="T44" y="T45"/>
                      </a:cxn>
                      <a:cxn ang="0">
                        <a:pos x="T46" y="T47"/>
                      </a:cxn>
                      <a:cxn ang="0">
                        <a:pos x="T48" y="T49"/>
                      </a:cxn>
                      <a:cxn ang="0">
                        <a:pos x="T50" y="T51"/>
                      </a:cxn>
                      <a:cxn ang="0">
                        <a:pos x="T52" y="T53"/>
                      </a:cxn>
                      <a:cxn ang="0">
                        <a:pos x="T54" y="T55"/>
                      </a:cxn>
                      <a:cxn ang="0">
                        <a:pos x="T56" y="T57"/>
                      </a:cxn>
                      <a:cxn ang="0">
                        <a:pos x="T58" y="T59"/>
                      </a:cxn>
                      <a:cxn ang="0">
                        <a:pos x="T60" y="T61"/>
                      </a:cxn>
                      <a:cxn ang="0">
                        <a:pos x="T62" y="T63"/>
                      </a:cxn>
                      <a:cxn ang="0">
                        <a:pos x="T64" y="T65"/>
                      </a:cxn>
                      <a:cxn ang="0">
                        <a:pos x="T66" y="T67"/>
                      </a:cxn>
                      <a:cxn ang="0">
                        <a:pos x="T68" y="T69"/>
                      </a:cxn>
                      <a:cxn ang="0">
                        <a:pos x="T70" y="T71"/>
                      </a:cxn>
                      <a:cxn ang="0">
                        <a:pos x="T72" y="T73"/>
                      </a:cxn>
                      <a:cxn ang="0">
                        <a:pos x="T74" y="T75"/>
                      </a:cxn>
                      <a:cxn ang="0">
                        <a:pos x="T76" y="T77"/>
                      </a:cxn>
                      <a:cxn ang="0">
                        <a:pos x="T78" y="T79"/>
                      </a:cxn>
                      <a:cxn ang="0">
                        <a:pos x="T80" y="T81"/>
                      </a:cxn>
                      <a:cxn ang="0">
                        <a:pos x="T82" y="T83"/>
                      </a:cxn>
                      <a:cxn ang="0">
                        <a:pos x="T84" y="T85"/>
                      </a:cxn>
                      <a:cxn ang="0">
                        <a:pos x="T86" y="T87"/>
                      </a:cxn>
                      <a:cxn ang="0">
                        <a:pos x="T88" y="T89"/>
                      </a:cxn>
                      <a:cxn ang="0">
                        <a:pos x="T90" y="T91"/>
                      </a:cxn>
                      <a:cxn ang="0">
                        <a:pos x="T92" y="T93"/>
                      </a:cxn>
                      <a:cxn ang="0">
                        <a:pos x="T94" y="T95"/>
                      </a:cxn>
                    </a:cxnLst>
                    <a:rect l="0" t="0" r="r" b="b"/>
                    <a:pathLst>
                      <a:path w="631" h="626">
                        <a:moveTo>
                          <a:pt x="315" y="55"/>
                        </a:moveTo>
                        <a:cubicBezTo>
                          <a:pt x="307" y="55"/>
                          <a:pt x="298" y="56"/>
                          <a:pt x="290" y="57"/>
                        </a:cubicBezTo>
                        <a:cubicBezTo>
                          <a:pt x="257" y="0"/>
                          <a:pt x="257" y="0"/>
                          <a:pt x="257" y="0"/>
                        </a:cubicBezTo>
                        <a:cubicBezTo>
                          <a:pt x="179" y="26"/>
                          <a:pt x="179" y="26"/>
                          <a:pt x="179" y="26"/>
                        </a:cubicBezTo>
                        <a:cubicBezTo>
                          <a:pt x="185" y="91"/>
                          <a:pt x="185" y="91"/>
                          <a:pt x="185" y="91"/>
                        </a:cubicBezTo>
                        <a:cubicBezTo>
                          <a:pt x="171" y="99"/>
                          <a:pt x="157" y="109"/>
                          <a:pt x="144" y="121"/>
                        </a:cubicBezTo>
                        <a:cubicBezTo>
                          <a:pt x="85" y="94"/>
                          <a:pt x="85" y="94"/>
                          <a:pt x="85" y="94"/>
                        </a:cubicBezTo>
                        <a:cubicBezTo>
                          <a:pt x="36" y="161"/>
                          <a:pt x="36" y="161"/>
                          <a:pt x="36" y="161"/>
                        </a:cubicBezTo>
                        <a:cubicBezTo>
                          <a:pt x="79" y="210"/>
                          <a:pt x="79" y="210"/>
                          <a:pt x="79" y="210"/>
                        </a:cubicBezTo>
                        <a:cubicBezTo>
                          <a:pt x="73" y="225"/>
                          <a:pt x="67" y="241"/>
                          <a:pt x="64" y="258"/>
                        </a:cubicBezTo>
                        <a:cubicBezTo>
                          <a:pt x="0" y="272"/>
                          <a:pt x="0" y="272"/>
                          <a:pt x="0" y="272"/>
                        </a:cubicBezTo>
                        <a:cubicBezTo>
                          <a:pt x="0" y="355"/>
                          <a:pt x="0" y="355"/>
                          <a:pt x="0" y="355"/>
                        </a:cubicBezTo>
                        <a:cubicBezTo>
                          <a:pt x="64" y="368"/>
                          <a:pt x="64" y="368"/>
                          <a:pt x="64" y="368"/>
                        </a:cubicBezTo>
                        <a:cubicBezTo>
                          <a:pt x="67" y="385"/>
                          <a:pt x="73" y="401"/>
                          <a:pt x="80" y="417"/>
                        </a:cubicBezTo>
                        <a:cubicBezTo>
                          <a:pt x="36" y="465"/>
                          <a:pt x="36" y="465"/>
                          <a:pt x="36" y="465"/>
                        </a:cubicBezTo>
                        <a:cubicBezTo>
                          <a:pt x="85" y="532"/>
                          <a:pt x="85" y="532"/>
                          <a:pt x="85" y="532"/>
                        </a:cubicBezTo>
                        <a:cubicBezTo>
                          <a:pt x="144" y="506"/>
                          <a:pt x="144" y="506"/>
                          <a:pt x="144" y="506"/>
                        </a:cubicBezTo>
                        <a:cubicBezTo>
                          <a:pt x="157" y="517"/>
                          <a:pt x="171" y="527"/>
                          <a:pt x="186" y="536"/>
                        </a:cubicBezTo>
                        <a:cubicBezTo>
                          <a:pt x="179" y="600"/>
                          <a:pt x="179" y="600"/>
                          <a:pt x="179" y="600"/>
                        </a:cubicBezTo>
                        <a:cubicBezTo>
                          <a:pt x="258" y="626"/>
                          <a:pt x="258" y="626"/>
                          <a:pt x="258" y="626"/>
                        </a:cubicBezTo>
                        <a:cubicBezTo>
                          <a:pt x="290" y="570"/>
                          <a:pt x="290" y="570"/>
                          <a:pt x="290" y="570"/>
                        </a:cubicBezTo>
                        <a:cubicBezTo>
                          <a:pt x="299" y="570"/>
                          <a:pt x="307" y="571"/>
                          <a:pt x="316" y="571"/>
                        </a:cubicBezTo>
                        <a:cubicBezTo>
                          <a:pt x="324" y="571"/>
                          <a:pt x="333" y="570"/>
                          <a:pt x="341" y="569"/>
                        </a:cubicBezTo>
                        <a:cubicBezTo>
                          <a:pt x="374" y="626"/>
                          <a:pt x="374" y="626"/>
                          <a:pt x="374" y="626"/>
                        </a:cubicBezTo>
                        <a:cubicBezTo>
                          <a:pt x="452" y="600"/>
                          <a:pt x="452" y="600"/>
                          <a:pt x="452" y="600"/>
                        </a:cubicBezTo>
                        <a:cubicBezTo>
                          <a:pt x="446" y="535"/>
                          <a:pt x="446" y="535"/>
                          <a:pt x="446" y="535"/>
                        </a:cubicBezTo>
                        <a:cubicBezTo>
                          <a:pt x="461" y="527"/>
                          <a:pt x="474" y="517"/>
                          <a:pt x="487" y="505"/>
                        </a:cubicBezTo>
                        <a:cubicBezTo>
                          <a:pt x="547" y="532"/>
                          <a:pt x="547" y="532"/>
                          <a:pt x="547" y="532"/>
                        </a:cubicBezTo>
                        <a:cubicBezTo>
                          <a:pt x="595" y="465"/>
                          <a:pt x="595" y="465"/>
                          <a:pt x="595" y="465"/>
                        </a:cubicBezTo>
                        <a:cubicBezTo>
                          <a:pt x="552" y="416"/>
                          <a:pt x="552" y="416"/>
                          <a:pt x="552" y="416"/>
                        </a:cubicBezTo>
                        <a:cubicBezTo>
                          <a:pt x="558" y="401"/>
                          <a:pt x="564" y="385"/>
                          <a:pt x="567" y="368"/>
                        </a:cubicBezTo>
                        <a:cubicBezTo>
                          <a:pt x="631" y="354"/>
                          <a:pt x="631" y="354"/>
                          <a:pt x="631" y="354"/>
                        </a:cubicBezTo>
                        <a:cubicBezTo>
                          <a:pt x="631" y="271"/>
                          <a:pt x="631" y="271"/>
                          <a:pt x="631" y="271"/>
                        </a:cubicBezTo>
                        <a:cubicBezTo>
                          <a:pt x="567" y="258"/>
                          <a:pt x="567" y="258"/>
                          <a:pt x="567" y="258"/>
                        </a:cubicBezTo>
                        <a:cubicBezTo>
                          <a:pt x="564" y="241"/>
                          <a:pt x="558" y="225"/>
                          <a:pt x="552" y="209"/>
                        </a:cubicBezTo>
                        <a:cubicBezTo>
                          <a:pt x="595" y="161"/>
                          <a:pt x="595" y="161"/>
                          <a:pt x="595" y="161"/>
                        </a:cubicBezTo>
                        <a:cubicBezTo>
                          <a:pt x="546" y="94"/>
                          <a:pt x="546" y="94"/>
                          <a:pt x="546" y="94"/>
                        </a:cubicBezTo>
                        <a:cubicBezTo>
                          <a:pt x="487" y="120"/>
                          <a:pt x="487" y="120"/>
                          <a:pt x="487" y="120"/>
                        </a:cubicBezTo>
                        <a:cubicBezTo>
                          <a:pt x="474" y="109"/>
                          <a:pt x="460" y="99"/>
                          <a:pt x="445" y="90"/>
                        </a:cubicBezTo>
                        <a:cubicBezTo>
                          <a:pt x="452" y="26"/>
                          <a:pt x="452" y="26"/>
                          <a:pt x="452" y="26"/>
                        </a:cubicBezTo>
                        <a:cubicBezTo>
                          <a:pt x="373" y="0"/>
                          <a:pt x="373" y="0"/>
                          <a:pt x="373" y="0"/>
                        </a:cubicBezTo>
                        <a:cubicBezTo>
                          <a:pt x="341" y="56"/>
                          <a:pt x="341" y="56"/>
                          <a:pt x="341" y="56"/>
                        </a:cubicBezTo>
                        <a:cubicBezTo>
                          <a:pt x="333" y="56"/>
                          <a:pt x="324" y="55"/>
                          <a:pt x="315" y="55"/>
                        </a:cubicBezTo>
                        <a:close/>
                        <a:moveTo>
                          <a:pt x="544" y="313"/>
                        </a:moveTo>
                        <a:cubicBezTo>
                          <a:pt x="544" y="439"/>
                          <a:pt x="442" y="541"/>
                          <a:pt x="316" y="541"/>
                        </a:cubicBezTo>
                        <a:cubicBezTo>
                          <a:pt x="190" y="541"/>
                          <a:pt x="87" y="439"/>
                          <a:pt x="87" y="313"/>
                        </a:cubicBezTo>
                        <a:cubicBezTo>
                          <a:pt x="87" y="187"/>
                          <a:pt x="189" y="85"/>
                          <a:pt x="315" y="85"/>
                        </a:cubicBezTo>
                        <a:cubicBezTo>
                          <a:pt x="441" y="85"/>
                          <a:pt x="544" y="187"/>
                          <a:pt x="544" y="313"/>
                        </a:cubicBezTo>
                        <a:close/>
                      </a:path>
                    </a:pathLst>
                  </a:custGeom>
                  <a:solidFill>
                    <a:schemeClr val="accent3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en-US"/>
                  </a:p>
                </p:txBody>
              </p:sp>
              <p:sp>
                <p:nvSpPr>
                  <p:cNvPr id="112" name="0">
                    <a:extLst>
                      <a:ext uri="{FF2B5EF4-FFF2-40B4-BE49-F238E27FC236}">
                        <a16:creationId xmlns:a16="http://schemas.microsoft.com/office/drawing/2014/main" id="{B359898C-BFCD-14A8-35C7-FE3DA8BCA049}"/>
                      </a:ext>
                    </a:extLst>
                  </p:cNvPr>
                  <p:cNvSpPr>
                    <a:spLocks noEditPoints="1"/>
                  </p:cNvSpPr>
                  <p:nvPr/>
                </p:nvSpPr>
                <p:spPr bwMode="auto">
                  <a:xfrm>
                    <a:off x="1272924" y="1321869"/>
                    <a:ext cx="936334" cy="929069"/>
                  </a:xfrm>
                  <a:custGeom>
                    <a:avLst/>
                    <a:gdLst>
                      <a:gd name="T0" fmla="*/ 315 w 631"/>
                      <a:gd name="T1" fmla="*/ 55 h 626"/>
                      <a:gd name="T2" fmla="*/ 290 w 631"/>
                      <a:gd name="T3" fmla="*/ 57 h 626"/>
                      <a:gd name="T4" fmla="*/ 257 w 631"/>
                      <a:gd name="T5" fmla="*/ 0 h 626"/>
                      <a:gd name="T6" fmla="*/ 179 w 631"/>
                      <a:gd name="T7" fmla="*/ 26 h 626"/>
                      <a:gd name="T8" fmla="*/ 185 w 631"/>
                      <a:gd name="T9" fmla="*/ 91 h 626"/>
                      <a:gd name="T10" fmla="*/ 144 w 631"/>
                      <a:gd name="T11" fmla="*/ 121 h 626"/>
                      <a:gd name="T12" fmla="*/ 85 w 631"/>
                      <a:gd name="T13" fmla="*/ 94 h 626"/>
                      <a:gd name="T14" fmla="*/ 36 w 631"/>
                      <a:gd name="T15" fmla="*/ 161 h 626"/>
                      <a:gd name="T16" fmla="*/ 79 w 631"/>
                      <a:gd name="T17" fmla="*/ 210 h 626"/>
                      <a:gd name="T18" fmla="*/ 64 w 631"/>
                      <a:gd name="T19" fmla="*/ 258 h 626"/>
                      <a:gd name="T20" fmla="*/ 0 w 631"/>
                      <a:gd name="T21" fmla="*/ 272 h 626"/>
                      <a:gd name="T22" fmla="*/ 0 w 631"/>
                      <a:gd name="T23" fmla="*/ 355 h 626"/>
                      <a:gd name="T24" fmla="*/ 64 w 631"/>
                      <a:gd name="T25" fmla="*/ 368 h 626"/>
                      <a:gd name="T26" fmla="*/ 80 w 631"/>
                      <a:gd name="T27" fmla="*/ 417 h 626"/>
                      <a:gd name="T28" fmla="*/ 36 w 631"/>
                      <a:gd name="T29" fmla="*/ 465 h 626"/>
                      <a:gd name="T30" fmla="*/ 85 w 631"/>
                      <a:gd name="T31" fmla="*/ 532 h 626"/>
                      <a:gd name="T32" fmla="*/ 144 w 631"/>
                      <a:gd name="T33" fmla="*/ 506 h 626"/>
                      <a:gd name="T34" fmla="*/ 186 w 631"/>
                      <a:gd name="T35" fmla="*/ 536 h 626"/>
                      <a:gd name="T36" fmla="*/ 179 w 631"/>
                      <a:gd name="T37" fmla="*/ 600 h 626"/>
                      <a:gd name="T38" fmla="*/ 258 w 631"/>
                      <a:gd name="T39" fmla="*/ 626 h 626"/>
                      <a:gd name="T40" fmla="*/ 290 w 631"/>
                      <a:gd name="T41" fmla="*/ 570 h 626"/>
                      <a:gd name="T42" fmla="*/ 316 w 631"/>
                      <a:gd name="T43" fmla="*/ 571 h 626"/>
                      <a:gd name="T44" fmla="*/ 341 w 631"/>
                      <a:gd name="T45" fmla="*/ 569 h 626"/>
                      <a:gd name="T46" fmla="*/ 374 w 631"/>
                      <a:gd name="T47" fmla="*/ 626 h 626"/>
                      <a:gd name="T48" fmla="*/ 452 w 631"/>
                      <a:gd name="T49" fmla="*/ 600 h 626"/>
                      <a:gd name="T50" fmla="*/ 446 w 631"/>
                      <a:gd name="T51" fmla="*/ 535 h 626"/>
                      <a:gd name="T52" fmla="*/ 487 w 631"/>
                      <a:gd name="T53" fmla="*/ 505 h 626"/>
                      <a:gd name="T54" fmla="*/ 547 w 631"/>
                      <a:gd name="T55" fmla="*/ 532 h 626"/>
                      <a:gd name="T56" fmla="*/ 595 w 631"/>
                      <a:gd name="T57" fmla="*/ 465 h 626"/>
                      <a:gd name="T58" fmla="*/ 552 w 631"/>
                      <a:gd name="T59" fmla="*/ 416 h 626"/>
                      <a:gd name="T60" fmla="*/ 567 w 631"/>
                      <a:gd name="T61" fmla="*/ 368 h 626"/>
                      <a:gd name="T62" fmla="*/ 631 w 631"/>
                      <a:gd name="T63" fmla="*/ 354 h 626"/>
                      <a:gd name="T64" fmla="*/ 631 w 631"/>
                      <a:gd name="T65" fmla="*/ 271 h 626"/>
                      <a:gd name="T66" fmla="*/ 567 w 631"/>
                      <a:gd name="T67" fmla="*/ 258 h 626"/>
                      <a:gd name="T68" fmla="*/ 552 w 631"/>
                      <a:gd name="T69" fmla="*/ 209 h 626"/>
                      <a:gd name="T70" fmla="*/ 595 w 631"/>
                      <a:gd name="T71" fmla="*/ 161 h 626"/>
                      <a:gd name="T72" fmla="*/ 546 w 631"/>
                      <a:gd name="T73" fmla="*/ 94 h 626"/>
                      <a:gd name="T74" fmla="*/ 487 w 631"/>
                      <a:gd name="T75" fmla="*/ 120 h 626"/>
                      <a:gd name="T76" fmla="*/ 445 w 631"/>
                      <a:gd name="T77" fmla="*/ 90 h 626"/>
                      <a:gd name="T78" fmla="*/ 452 w 631"/>
                      <a:gd name="T79" fmla="*/ 26 h 626"/>
                      <a:gd name="T80" fmla="*/ 373 w 631"/>
                      <a:gd name="T81" fmla="*/ 0 h 626"/>
                      <a:gd name="T82" fmla="*/ 341 w 631"/>
                      <a:gd name="T83" fmla="*/ 56 h 626"/>
                      <a:gd name="T84" fmla="*/ 315 w 631"/>
                      <a:gd name="T85" fmla="*/ 55 h 626"/>
                      <a:gd name="T86" fmla="*/ 544 w 631"/>
                      <a:gd name="T87" fmla="*/ 313 h 626"/>
                      <a:gd name="T88" fmla="*/ 316 w 631"/>
                      <a:gd name="T89" fmla="*/ 541 h 626"/>
                      <a:gd name="T90" fmla="*/ 87 w 631"/>
                      <a:gd name="T91" fmla="*/ 313 h 626"/>
                      <a:gd name="T92" fmla="*/ 315 w 631"/>
                      <a:gd name="T93" fmla="*/ 85 h 626"/>
                      <a:gd name="T94" fmla="*/ 544 w 631"/>
                      <a:gd name="T95" fmla="*/ 313 h 62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  <a:cxn ang="0">
                        <a:pos x="T44" y="T45"/>
                      </a:cxn>
                      <a:cxn ang="0">
                        <a:pos x="T46" y="T47"/>
                      </a:cxn>
                      <a:cxn ang="0">
                        <a:pos x="T48" y="T49"/>
                      </a:cxn>
                      <a:cxn ang="0">
                        <a:pos x="T50" y="T51"/>
                      </a:cxn>
                      <a:cxn ang="0">
                        <a:pos x="T52" y="T53"/>
                      </a:cxn>
                      <a:cxn ang="0">
                        <a:pos x="T54" y="T55"/>
                      </a:cxn>
                      <a:cxn ang="0">
                        <a:pos x="T56" y="T57"/>
                      </a:cxn>
                      <a:cxn ang="0">
                        <a:pos x="T58" y="T59"/>
                      </a:cxn>
                      <a:cxn ang="0">
                        <a:pos x="T60" y="T61"/>
                      </a:cxn>
                      <a:cxn ang="0">
                        <a:pos x="T62" y="T63"/>
                      </a:cxn>
                      <a:cxn ang="0">
                        <a:pos x="T64" y="T65"/>
                      </a:cxn>
                      <a:cxn ang="0">
                        <a:pos x="T66" y="T67"/>
                      </a:cxn>
                      <a:cxn ang="0">
                        <a:pos x="T68" y="T69"/>
                      </a:cxn>
                      <a:cxn ang="0">
                        <a:pos x="T70" y="T71"/>
                      </a:cxn>
                      <a:cxn ang="0">
                        <a:pos x="T72" y="T73"/>
                      </a:cxn>
                      <a:cxn ang="0">
                        <a:pos x="T74" y="T75"/>
                      </a:cxn>
                      <a:cxn ang="0">
                        <a:pos x="T76" y="T77"/>
                      </a:cxn>
                      <a:cxn ang="0">
                        <a:pos x="T78" y="T79"/>
                      </a:cxn>
                      <a:cxn ang="0">
                        <a:pos x="T80" y="T81"/>
                      </a:cxn>
                      <a:cxn ang="0">
                        <a:pos x="T82" y="T83"/>
                      </a:cxn>
                      <a:cxn ang="0">
                        <a:pos x="T84" y="T85"/>
                      </a:cxn>
                      <a:cxn ang="0">
                        <a:pos x="T86" y="T87"/>
                      </a:cxn>
                      <a:cxn ang="0">
                        <a:pos x="T88" y="T89"/>
                      </a:cxn>
                      <a:cxn ang="0">
                        <a:pos x="T90" y="T91"/>
                      </a:cxn>
                      <a:cxn ang="0">
                        <a:pos x="T92" y="T93"/>
                      </a:cxn>
                      <a:cxn ang="0">
                        <a:pos x="T94" y="T95"/>
                      </a:cxn>
                    </a:cxnLst>
                    <a:rect l="0" t="0" r="r" b="b"/>
                    <a:pathLst>
                      <a:path w="631" h="626">
                        <a:moveTo>
                          <a:pt x="315" y="55"/>
                        </a:moveTo>
                        <a:cubicBezTo>
                          <a:pt x="307" y="55"/>
                          <a:pt x="298" y="56"/>
                          <a:pt x="290" y="57"/>
                        </a:cubicBezTo>
                        <a:cubicBezTo>
                          <a:pt x="257" y="0"/>
                          <a:pt x="257" y="0"/>
                          <a:pt x="257" y="0"/>
                        </a:cubicBezTo>
                        <a:cubicBezTo>
                          <a:pt x="179" y="26"/>
                          <a:pt x="179" y="26"/>
                          <a:pt x="179" y="26"/>
                        </a:cubicBezTo>
                        <a:cubicBezTo>
                          <a:pt x="185" y="91"/>
                          <a:pt x="185" y="91"/>
                          <a:pt x="185" y="91"/>
                        </a:cubicBezTo>
                        <a:cubicBezTo>
                          <a:pt x="171" y="99"/>
                          <a:pt x="157" y="109"/>
                          <a:pt x="144" y="121"/>
                        </a:cubicBezTo>
                        <a:cubicBezTo>
                          <a:pt x="85" y="94"/>
                          <a:pt x="85" y="94"/>
                          <a:pt x="85" y="94"/>
                        </a:cubicBezTo>
                        <a:cubicBezTo>
                          <a:pt x="36" y="161"/>
                          <a:pt x="36" y="161"/>
                          <a:pt x="36" y="161"/>
                        </a:cubicBezTo>
                        <a:cubicBezTo>
                          <a:pt x="79" y="210"/>
                          <a:pt x="79" y="210"/>
                          <a:pt x="79" y="210"/>
                        </a:cubicBezTo>
                        <a:cubicBezTo>
                          <a:pt x="73" y="225"/>
                          <a:pt x="67" y="241"/>
                          <a:pt x="64" y="258"/>
                        </a:cubicBezTo>
                        <a:cubicBezTo>
                          <a:pt x="0" y="272"/>
                          <a:pt x="0" y="272"/>
                          <a:pt x="0" y="272"/>
                        </a:cubicBezTo>
                        <a:cubicBezTo>
                          <a:pt x="0" y="355"/>
                          <a:pt x="0" y="355"/>
                          <a:pt x="0" y="355"/>
                        </a:cubicBezTo>
                        <a:cubicBezTo>
                          <a:pt x="64" y="368"/>
                          <a:pt x="64" y="368"/>
                          <a:pt x="64" y="368"/>
                        </a:cubicBezTo>
                        <a:cubicBezTo>
                          <a:pt x="67" y="385"/>
                          <a:pt x="73" y="401"/>
                          <a:pt x="80" y="417"/>
                        </a:cubicBezTo>
                        <a:cubicBezTo>
                          <a:pt x="36" y="465"/>
                          <a:pt x="36" y="465"/>
                          <a:pt x="36" y="465"/>
                        </a:cubicBezTo>
                        <a:cubicBezTo>
                          <a:pt x="85" y="532"/>
                          <a:pt x="85" y="532"/>
                          <a:pt x="85" y="532"/>
                        </a:cubicBezTo>
                        <a:cubicBezTo>
                          <a:pt x="144" y="506"/>
                          <a:pt x="144" y="506"/>
                          <a:pt x="144" y="506"/>
                        </a:cubicBezTo>
                        <a:cubicBezTo>
                          <a:pt x="157" y="517"/>
                          <a:pt x="171" y="527"/>
                          <a:pt x="186" y="536"/>
                        </a:cubicBezTo>
                        <a:cubicBezTo>
                          <a:pt x="179" y="600"/>
                          <a:pt x="179" y="600"/>
                          <a:pt x="179" y="600"/>
                        </a:cubicBezTo>
                        <a:cubicBezTo>
                          <a:pt x="258" y="626"/>
                          <a:pt x="258" y="626"/>
                          <a:pt x="258" y="626"/>
                        </a:cubicBezTo>
                        <a:cubicBezTo>
                          <a:pt x="290" y="570"/>
                          <a:pt x="290" y="570"/>
                          <a:pt x="290" y="570"/>
                        </a:cubicBezTo>
                        <a:cubicBezTo>
                          <a:pt x="299" y="570"/>
                          <a:pt x="307" y="571"/>
                          <a:pt x="316" y="571"/>
                        </a:cubicBezTo>
                        <a:cubicBezTo>
                          <a:pt x="324" y="571"/>
                          <a:pt x="333" y="570"/>
                          <a:pt x="341" y="569"/>
                        </a:cubicBezTo>
                        <a:cubicBezTo>
                          <a:pt x="374" y="626"/>
                          <a:pt x="374" y="626"/>
                          <a:pt x="374" y="626"/>
                        </a:cubicBezTo>
                        <a:cubicBezTo>
                          <a:pt x="452" y="600"/>
                          <a:pt x="452" y="600"/>
                          <a:pt x="452" y="600"/>
                        </a:cubicBezTo>
                        <a:cubicBezTo>
                          <a:pt x="446" y="535"/>
                          <a:pt x="446" y="535"/>
                          <a:pt x="446" y="535"/>
                        </a:cubicBezTo>
                        <a:cubicBezTo>
                          <a:pt x="461" y="527"/>
                          <a:pt x="474" y="517"/>
                          <a:pt x="487" y="505"/>
                        </a:cubicBezTo>
                        <a:cubicBezTo>
                          <a:pt x="547" y="532"/>
                          <a:pt x="547" y="532"/>
                          <a:pt x="547" y="532"/>
                        </a:cubicBezTo>
                        <a:cubicBezTo>
                          <a:pt x="595" y="465"/>
                          <a:pt x="595" y="465"/>
                          <a:pt x="595" y="465"/>
                        </a:cubicBezTo>
                        <a:cubicBezTo>
                          <a:pt x="552" y="416"/>
                          <a:pt x="552" y="416"/>
                          <a:pt x="552" y="416"/>
                        </a:cubicBezTo>
                        <a:cubicBezTo>
                          <a:pt x="558" y="401"/>
                          <a:pt x="564" y="385"/>
                          <a:pt x="567" y="368"/>
                        </a:cubicBezTo>
                        <a:cubicBezTo>
                          <a:pt x="631" y="354"/>
                          <a:pt x="631" y="354"/>
                          <a:pt x="631" y="354"/>
                        </a:cubicBezTo>
                        <a:cubicBezTo>
                          <a:pt x="631" y="271"/>
                          <a:pt x="631" y="271"/>
                          <a:pt x="631" y="271"/>
                        </a:cubicBezTo>
                        <a:cubicBezTo>
                          <a:pt x="567" y="258"/>
                          <a:pt x="567" y="258"/>
                          <a:pt x="567" y="258"/>
                        </a:cubicBezTo>
                        <a:cubicBezTo>
                          <a:pt x="564" y="241"/>
                          <a:pt x="558" y="225"/>
                          <a:pt x="552" y="209"/>
                        </a:cubicBezTo>
                        <a:cubicBezTo>
                          <a:pt x="595" y="161"/>
                          <a:pt x="595" y="161"/>
                          <a:pt x="595" y="161"/>
                        </a:cubicBezTo>
                        <a:cubicBezTo>
                          <a:pt x="546" y="94"/>
                          <a:pt x="546" y="94"/>
                          <a:pt x="546" y="94"/>
                        </a:cubicBezTo>
                        <a:cubicBezTo>
                          <a:pt x="487" y="120"/>
                          <a:pt x="487" y="120"/>
                          <a:pt x="487" y="120"/>
                        </a:cubicBezTo>
                        <a:cubicBezTo>
                          <a:pt x="474" y="109"/>
                          <a:pt x="460" y="99"/>
                          <a:pt x="445" y="90"/>
                        </a:cubicBezTo>
                        <a:cubicBezTo>
                          <a:pt x="452" y="26"/>
                          <a:pt x="452" y="26"/>
                          <a:pt x="452" y="26"/>
                        </a:cubicBezTo>
                        <a:cubicBezTo>
                          <a:pt x="373" y="0"/>
                          <a:pt x="373" y="0"/>
                          <a:pt x="373" y="0"/>
                        </a:cubicBezTo>
                        <a:cubicBezTo>
                          <a:pt x="341" y="56"/>
                          <a:pt x="341" y="56"/>
                          <a:pt x="341" y="56"/>
                        </a:cubicBezTo>
                        <a:cubicBezTo>
                          <a:pt x="333" y="56"/>
                          <a:pt x="324" y="55"/>
                          <a:pt x="315" y="55"/>
                        </a:cubicBezTo>
                        <a:close/>
                        <a:moveTo>
                          <a:pt x="544" y="313"/>
                        </a:moveTo>
                        <a:cubicBezTo>
                          <a:pt x="544" y="439"/>
                          <a:pt x="442" y="541"/>
                          <a:pt x="316" y="541"/>
                        </a:cubicBezTo>
                        <a:cubicBezTo>
                          <a:pt x="190" y="541"/>
                          <a:pt x="87" y="439"/>
                          <a:pt x="87" y="313"/>
                        </a:cubicBezTo>
                        <a:cubicBezTo>
                          <a:pt x="87" y="187"/>
                          <a:pt x="189" y="85"/>
                          <a:pt x="315" y="85"/>
                        </a:cubicBezTo>
                        <a:cubicBezTo>
                          <a:pt x="441" y="85"/>
                          <a:pt x="544" y="187"/>
                          <a:pt x="544" y="313"/>
                        </a:cubicBezTo>
                        <a:close/>
                      </a:path>
                    </a:pathLst>
                  </a:custGeom>
                  <a:solidFill>
                    <a:schemeClr val="accent3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en-US"/>
                  </a:p>
                </p:txBody>
              </p:sp>
              <p:sp>
                <p:nvSpPr>
                  <p:cNvPr id="113" name="0">
                    <a:extLst>
                      <a:ext uri="{FF2B5EF4-FFF2-40B4-BE49-F238E27FC236}">
                        <a16:creationId xmlns:a16="http://schemas.microsoft.com/office/drawing/2014/main" id="{6441BA30-5242-2676-D5CA-ACF1623A1F63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1583388" y="1627364"/>
                    <a:ext cx="315405" cy="318079"/>
                  </a:xfrm>
                  <a:custGeom>
                    <a:avLst/>
                    <a:gdLst>
                      <a:gd name="T0" fmla="*/ 79322 w 418"/>
                      <a:gd name="T1" fmla="*/ 0 h 417"/>
                      <a:gd name="T2" fmla="*/ 79322 w 418"/>
                      <a:gd name="T3" fmla="*/ 0 h 417"/>
                      <a:gd name="T4" fmla="*/ 0 w 418"/>
                      <a:gd name="T5" fmla="*/ 79733 h 417"/>
                      <a:gd name="T6" fmla="*/ 79322 w 418"/>
                      <a:gd name="T7" fmla="*/ 79733 h 417"/>
                      <a:gd name="T8" fmla="*/ 79322 w 418"/>
                      <a:gd name="T9" fmla="*/ 0 h 417"/>
                      <a:gd name="T10" fmla="*/ 103074 w 418"/>
                      <a:gd name="T11" fmla="*/ 0 h 417"/>
                      <a:gd name="T12" fmla="*/ 103074 w 418"/>
                      <a:gd name="T13" fmla="*/ 0 h 417"/>
                      <a:gd name="T14" fmla="*/ 103074 w 418"/>
                      <a:gd name="T15" fmla="*/ 91965 h 417"/>
                      <a:gd name="T16" fmla="*/ 91422 w 418"/>
                      <a:gd name="T17" fmla="*/ 103744 h 417"/>
                      <a:gd name="T18" fmla="*/ 0 w 418"/>
                      <a:gd name="T19" fmla="*/ 103744 h 417"/>
                      <a:gd name="T20" fmla="*/ 91422 w 418"/>
                      <a:gd name="T21" fmla="*/ 188460 h 417"/>
                      <a:gd name="T22" fmla="*/ 186877 w 418"/>
                      <a:gd name="T23" fmla="*/ 91965 h 417"/>
                      <a:gd name="T24" fmla="*/ 103074 w 418"/>
                      <a:gd name="T25" fmla="*/ 0 h 417"/>
                      <a:gd name="T26" fmla="*/ 0 60000 65536"/>
                      <a:gd name="T27" fmla="*/ 0 60000 65536"/>
                      <a:gd name="T28" fmla="*/ 0 60000 65536"/>
                      <a:gd name="T29" fmla="*/ 0 60000 65536"/>
                      <a:gd name="T30" fmla="*/ 0 60000 65536"/>
                      <a:gd name="T31" fmla="*/ 0 60000 65536"/>
                      <a:gd name="T32" fmla="*/ 0 60000 65536"/>
                      <a:gd name="T33" fmla="*/ 0 60000 65536"/>
                      <a:gd name="T34" fmla="*/ 0 60000 65536"/>
                      <a:gd name="T35" fmla="*/ 0 60000 65536"/>
                      <a:gd name="T36" fmla="*/ 0 60000 65536"/>
                      <a:gd name="T37" fmla="*/ 0 60000 65536"/>
                      <a:gd name="T38" fmla="*/ 0 60000 65536"/>
                    </a:gdLst>
                    <a:ahLst/>
                    <a:cxnLst>
                      <a:cxn ang="T26">
                        <a:pos x="T0" y="T1"/>
                      </a:cxn>
                      <a:cxn ang="T27">
                        <a:pos x="T2" y="T3"/>
                      </a:cxn>
                      <a:cxn ang="T28">
                        <a:pos x="T4" y="T5"/>
                      </a:cxn>
                      <a:cxn ang="T29">
                        <a:pos x="T6" y="T7"/>
                      </a:cxn>
                      <a:cxn ang="T30">
                        <a:pos x="T8" y="T9"/>
                      </a:cxn>
                      <a:cxn ang="T31">
                        <a:pos x="T10" y="T11"/>
                      </a:cxn>
                      <a:cxn ang="T32">
                        <a:pos x="T12" y="T13"/>
                      </a:cxn>
                      <a:cxn ang="T33">
                        <a:pos x="T14" y="T15"/>
                      </a:cxn>
                      <a:cxn ang="T34">
                        <a:pos x="T16" y="T17"/>
                      </a:cxn>
                      <a:cxn ang="T35">
                        <a:pos x="T18" y="T19"/>
                      </a:cxn>
                      <a:cxn ang="T36">
                        <a:pos x="T20" y="T21"/>
                      </a:cxn>
                      <a:cxn ang="T37">
                        <a:pos x="T22" y="T23"/>
                      </a:cxn>
                      <a:cxn ang="T38">
                        <a:pos x="T24" y="T25"/>
                      </a:cxn>
                    </a:cxnLst>
                    <a:rect l="0" t="0" r="r" b="b"/>
                    <a:pathLst>
                      <a:path w="418" h="417">
                        <a:moveTo>
                          <a:pt x="177" y="0"/>
                        </a:moveTo>
                        <a:lnTo>
                          <a:pt x="177" y="0"/>
                        </a:lnTo>
                        <a:cubicBezTo>
                          <a:pt x="80" y="9"/>
                          <a:pt x="9" y="88"/>
                          <a:pt x="0" y="176"/>
                        </a:cubicBezTo>
                        <a:cubicBezTo>
                          <a:pt x="177" y="176"/>
                          <a:pt x="177" y="176"/>
                          <a:pt x="177" y="176"/>
                        </a:cubicBezTo>
                        <a:lnTo>
                          <a:pt x="177" y="0"/>
                        </a:lnTo>
                        <a:close/>
                        <a:moveTo>
                          <a:pt x="230" y="0"/>
                        </a:moveTo>
                        <a:lnTo>
                          <a:pt x="230" y="0"/>
                        </a:lnTo>
                        <a:cubicBezTo>
                          <a:pt x="230" y="203"/>
                          <a:pt x="230" y="203"/>
                          <a:pt x="230" y="203"/>
                        </a:cubicBezTo>
                        <a:cubicBezTo>
                          <a:pt x="230" y="221"/>
                          <a:pt x="222" y="229"/>
                          <a:pt x="204" y="229"/>
                        </a:cubicBezTo>
                        <a:cubicBezTo>
                          <a:pt x="0" y="229"/>
                          <a:pt x="0" y="229"/>
                          <a:pt x="0" y="229"/>
                        </a:cubicBezTo>
                        <a:cubicBezTo>
                          <a:pt x="9" y="336"/>
                          <a:pt x="98" y="416"/>
                          <a:pt x="204" y="416"/>
                        </a:cubicBezTo>
                        <a:cubicBezTo>
                          <a:pt x="319" y="416"/>
                          <a:pt x="417" y="319"/>
                          <a:pt x="417" y="203"/>
                        </a:cubicBezTo>
                        <a:cubicBezTo>
                          <a:pt x="417" y="97"/>
                          <a:pt x="337" y="9"/>
                          <a:pt x="230" y="0"/>
                        </a:cubicBezTo>
                        <a:close/>
                      </a:path>
                    </a:pathLst>
                  </a:custGeom>
                  <a:solidFill>
                    <a:schemeClr val="accent3"/>
                  </a:solidFill>
                  <a:ln>
                    <a:noFill/>
                  </a:ln>
                  <a:effectLst/>
                </p:spPr>
                <p:txBody>
                  <a:bodyPr wrap="none" lIns="34291" tIns="17145" rIns="34291" bIns="17145" anchor="ctr"/>
                  <a:lstStyle/>
                  <a:p>
                    <a:endParaRPr lang="en-US"/>
                  </a:p>
                </p:txBody>
              </p:sp>
              <p:sp>
                <p:nvSpPr>
                  <p:cNvPr id="114" name="0">
                    <a:extLst>
                      <a:ext uri="{FF2B5EF4-FFF2-40B4-BE49-F238E27FC236}">
                        <a16:creationId xmlns:a16="http://schemas.microsoft.com/office/drawing/2014/main" id="{FB2D1412-788D-7189-83C0-6696F9D4134C}"/>
                      </a:ext>
                    </a:extLst>
                  </p:cNvPr>
                  <p:cNvSpPr>
                    <a:spLocks noEditPoints="1"/>
                  </p:cNvSpPr>
                  <p:nvPr/>
                </p:nvSpPr>
                <p:spPr bwMode="auto">
                  <a:xfrm>
                    <a:off x="2264177" y="4624347"/>
                    <a:ext cx="1355712" cy="1345193"/>
                  </a:xfrm>
                  <a:custGeom>
                    <a:avLst/>
                    <a:gdLst>
                      <a:gd name="T0" fmla="*/ 315 w 631"/>
                      <a:gd name="T1" fmla="*/ 55 h 626"/>
                      <a:gd name="T2" fmla="*/ 290 w 631"/>
                      <a:gd name="T3" fmla="*/ 57 h 626"/>
                      <a:gd name="T4" fmla="*/ 257 w 631"/>
                      <a:gd name="T5" fmla="*/ 0 h 626"/>
                      <a:gd name="T6" fmla="*/ 179 w 631"/>
                      <a:gd name="T7" fmla="*/ 26 h 626"/>
                      <a:gd name="T8" fmla="*/ 185 w 631"/>
                      <a:gd name="T9" fmla="*/ 91 h 626"/>
                      <a:gd name="T10" fmla="*/ 144 w 631"/>
                      <a:gd name="T11" fmla="*/ 121 h 626"/>
                      <a:gd name="T12" fmla="*/ 85 w 631"/>
                      <a:gd name="T13" fmla="*/ 94 h 626"/>
                      <a:gd name="T14" fmla="*/ 36 w 631"/>
                      <a:gd name="T15" fmla="*/ 161 h 626"/>
                      <a:gd name="T16" fmla="*/ 79 w 631"/>
                      <a:gd name="T17" fmla="*/ 210 h 626"/>
                      <a:gd name="T18" fmla="*/ 64 w 631"/>
                      <a:gd name="T19" fmla="*/ 258 h 626"/>
                      <a:gd name="T20" fmla="*/ 0 w 631"/>
                      <a:gd name="T21" fmla="*/ 272 h 626"/>
                      <a:gd name="T22" fmla="*/ 0 w 631"/>
                      <a:gd name="T23" fmla="*/ 355 h 626"/>
                      <a:gd name="T24" fmla="*/ 64 w 631"/>
                      <a:gd name="T25" fmla="*/ 368 h 626"/>
                      <a:gd name="T26" fmla="*/ 80 w 631"/>
                      <a:gd name="T27" fmla="*/ 417 h 626"/>
                      <a:gd name="T28" fmla="*/ 36 w 631"/>
                      <a:gd name="T29" fmla="*/ 465 h 626"/>
                      <a:gd name="T30" fmla="*/ 85 w 631"/>
                      <a:gd name="T31" fmla="*/ 532 h 626"/>
                      <a:gd name="T32" fmla="*/ 144 w 631"/>
                      <a:gd name="T33" fmla="*/ 506 h 626"/>
                      <a:gd name="T34" fmla="*/ 186 w 631"/>
                      <a:gd name="T35" fmla="*/ 536 h 626"/>
                      <a:gd name="T36" fmla="*/ 179 w 631"/>
                      <a:gd name="T37" fmla="*/ 600 h 626"/>
                      <a:gd name="T38" fmla="*/ 258 w 631"/>
                      <a:gd name="T39" fmla="*/ 626 h 626"/>
                      <a:gd name="T40" fmla="*/ 290 w 631"/>
                      <a:gd name="T41" fmla="*/ 570 h 626"/>
                      <a:gd name="T42" fmla="*/ 316 w 631"/>
                      <a:gd name="T43" fmla="*/ 571 h 626"/>
                      <a:gd name="T44" fmla="*/ 341 w 631"/>
                      <a:gd name="T45" fmla="*/ 569 h 626"/>
                      <a:gd name="T46" fmla="*/ 374 w 631"/>
                      <a:gd name="T47" fmla="*/ 626 h 626"/>
                      <a:gd name="T48" fmla="*/ 452 w 631"/>
                      <a:gd name="T49" fmla="*/ 600 h 626"/>
                      <a:gd name="T50" fmla="*/ 446 w 631"/>
                      <a:gd name="T51" fmla="*/ 535 h 626"/>
                      <a:gd name="T52" fmla="*/ 487 w 631"/>
                      <a:gd name="T53" fmla="*/ 505 h 626"/>
                      <a:gd name="T54" fmla="*/ 547 w 631"/>
                      <a:gd name="T55" fmla="*/ 532 h 626"/>
                      <a:gd name="T56" fmla="*/ 595 w 631"/>
                      <a:gd name="T57" fmla="*/ 465 h 626"/>
                      <a:gd name="T58" fmla="*/ 552 w 631"/>
                      <a:gd name="T59" fmla="*/ 416 h 626"/>
                      <a:gd name="T60" fmla="*/ 567 w 631"/>
                      <a:gd name="T61" fmla="*/ 368 h 626"/>
                      <a:gd name="T62" fmla="*/ 631 w 631"/>
                      <a:gd name="T63" fmla="*/ 354 h 626"/>
                      <a:gd name="T64" fmla="*/ 631 w 631"/>
                      <a:gd name="T65" fmla="*/ 271 h 626"/>
                      <a:gd name="T66" fmla="*/ 567 w 631"/>
                      <a:gd name="T67" fmla="*/ 258 h 626"/>
                      <a:gd name="T68" fmla="*/ 552 w 631"/>
                      <a:gd name="T69" fmla="*/ 209 h 626"/>
                      <a:gd name="T70" fmla="*/ 595 w 631"/>
                      <a:gd name="T71" fmla="*/ 161 h 626"/>
                      <a:gd name="T72" fmla="*/ 546 w 631"/>
                      <a:gd name="T73" fmla="*/ 94 h 626"/>
                      <a:gd name="T74" fmla="*/ 487 w 631"/>
                      <a:gd name="T75" fmla="*/ 120 h 626"/>
                      <a:gd name="T76" fmla="*/ 445 w 631"/>
                      <a:gd name="T77" fmla="*/ 90 h 626"/>
                      <a:gd name="T78" fmla="*/ 452 w 631"/>
                      <a:gd name="T79" fmla="*/ 26 h 626"/>
                      <a:gd name="T80" fmla="*/ 373 w 631"/>
                      <a:gd name="T81" fmla="*/ 0 h 626"/>
                      <a:gd name="T82" fmla="*/ 341 w 631"/>
                      <a:gd name="T83" fmla="*/ 56 h 626"/>
                      <a:gd name="T84" fmla="*/ 315 w 631"/>
                      <a:gd name="T85" fmla="*/ 55 h 626"/>
                      <a:gd name="T86" fmla="*/ 544 w 631"/>
                      <a:gd name="T87" fmla="*/ 313 h 626"/>
                      <a:gd name="T88" fmla="*/ 316 w 631"/>
                      <a:gd name="T89" fmla="*/ 541 h 626"/>
                      <a:gd name="T90" fmla="*/ 87 w 631"/>
                      <a:gd name="T91" fmla="*/ 313 h 626"/>
                      <a:gd name="T92" fmla="*/ 315 w 631"/>
                      <a:gd name="T93" fmla="*/ 85 h 626"/>
                      <a:gd name="T94" fmla="*/ 544 w 631"/>
                      <a:gd name="T95" fmla="*/ 313 h 62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  <a:cxn ang="0">
                        <a:pos x="T44" y="T45"/>
                      </a:cxn>
                      <a:cxn ang="0">
                        <a:pos x="T46" y="T47"/>
                      </a:cxn>
                      <a:cxn ang="0">
                        <a:pos x="T48" y="T49"/>
                      </a:cxn>
                      <a:cxn ang="0">
                        <a:pos x="T50" y="T51"/>
                      </a:cxn>
                      <a:cxn ang="0">
                        <a:pos x="T52" y="T53"/>
                      </a:cxn>
                      <a:cxn ang="0">
                        <a:pos x="T54" y="T55"/>
                      </a:cxn>
                      <a:cxn ang="0">
                        <a:pos x="T56" y="T57"/>
                      </a:cxn>
                      <a:cxn ang="0">
                        <a:pos x="T58" y="T59"/>
                      </a:cxn>
                      <a:cxn ang="0">
                        <a:pos x="T60" y="T61"/>
                      </a:cxn>
                      <a:cxn ang="0">
                        <a:pos x="T62" y="T63"/>
                      </a:cxn>
                      <a:cxn ang="0">
                        <a:pos x="T64" y="T65"/>
                      </a:cxn>
                      <a:cxn ang="0">
                        <a:pos x="T66" y="T67"/>
                      </a:cxn>
                      <a:cxn ang="0">
                        <a:pos x="T68" y="T69"/>
                      </a:cxn>
                      <a:cxn ang="0">
                        <a:pos x="T70" y="T71"/>
                      </a:cxn>
                      <a:cxn ang="0">
                        <a:pos x="T72" y="T73"/>
                      </a:cxn>
                      <a:cxn ang="0">
                        <a:pos x="T74" y="T75"/>
                      </a:cxn>
                      <a:cxn ang="0">
                        <a:pos x="T76" y="T77"/>
                      </a:cxn>
                      <a:cxn ang="0">
                        <a:pos x="T78" y="T79"/>
                      </a:cxn>
                      <a:cxn ang="0">
                        <a:pos x="T80" y="T81"/>
                      </a:cxn>
                      <a:cxn ang="0">
                        <a:pos x="T82" y="T83"/>
                      </a:cxn>
                      <a:cxn ang="0">
                        <a:pos x="T84" y="T85"/>
                      </a:cxn>
                      <a:cxn ang="0">
                        <a:pos x="T86" y="T87"/>
                      </a:cxn>
                      <a:cxn ang="0">
                        <a:pos x="T88" y="T89"/>
                      </a:cxn>
                      <a:cxn ang="0">
                        <a:pos x="T90" y="T91"/>
                      </a:cxn>
                      <a:cxn ang="0">
                        <a:pos x="T92" y="T93"/>
                      </a:cxn>
                      <a:cxn ang="0">
                        <a:pos x="T94" y="T95"/>
                      </a:cxn>
                    </a:cxnLst>
                    <a:rect l="0" t="0" r="r" b="b"/>
                    <a:pathLst>
                      <a:path w="631" h="626">
                        <a:moveTo>
                          <a:pt x="315" y="55"/>
                        </a:moveTo>
                        <a:cubicBezTo>
                          <a:pt x="307" y="55"/>
                          <a:pt x="298" y="56"/>
                          <a:pt x="290" y="57"/>
                        </a:cubicBezTo>
                        <a:cubicBezTo>
                          <a:pt x="257" y="0"/>
                          <a:pt x="257" y="0"/>
                          <a:pt x="257" y="0"/>
                        </a:cubicBezTo>
                        <a:cubicBezTo>
                          <a:pt x="179" y="26"/>
                          <a:pt x="179" y="26"/>
                          <a:pt x="179" y="26"/>
                        </a:cubicBezTo>
                        <a:cubicBezTo>
                          <a:pt x="185" y="91"/>
                          <a:pt x="185" y="91"/>
                          <a:pt x="185" y="91"/>
                        </a:cubicBezTo>
                        <a:cubicBezTo>
                          <a:pt x="171" y="99"/>
                          <a:pt x="157" y="109"/>
                          <a:pt x="144" y="121"/>
                        </a:cubicBezTo>
                        <a:cubicBezTo>
                          <a:pt x="85" y="94"/>
                          <a:pt x="85" y="94"/>
                          <a:pt x="85" y="94"/>
                        </a:cubicBezTo>
                        <a:cubicBezTo>
                          <a:pt x="36" y="161"/>
                          <a:pt x="36" y="161"/>
                          <a:pt x="36" y="161"/>
                        </a:cubicBezTo>
                        <a:cubicBezTo>
                          <a:pt x="79" y="210"/>
                          <a:pt x="79" y="210"/>
                          <a:pt x="79" y="210"/>
                        </a:cubicBezTo>
                        <a:cubicBezTo>
                          <a:pt x="73" y="225"/>
                          <a:pt x="67" y="241"/>
                          <a:pt x="64" y="258"/>
                        </a:cubicBezTo>
                        <a:cubicBezTo>
                          <a:pt x="0" y="272"/>
                          <a:pt x="0" y="272"/>
                          <a:pt x="0" y="272"/>
                        </a:cubicBezTo>
                        <a:cubicBezTo>
                          <a:pt x="0" y="355"/>
                          <a:pt x="0" y="355"/>
                          <a:pt x="0" y="355"/>
                        </a:cubicBezTo>
                        <a:cubicBezTo>
                          <a:pt x="64" y="368"/>
                          <a:pt x="64" y="368"/>
                          <a:pt x="64" y="368"/>
                        </a:cubicBezTo>
                        <a:cubicBezTo>
                          <a:pt x="67" y="385"/>
                          <a:pt x="73" y="401"/>
                          <a:pt x="80" y="417"/>
                        </a:cubicBezTo>
                        <a:cubicBezTo>
                          <a:pt x="36" y="465"/>
                          <a:pt x="36" y="465"/>
                          <a:pt x="36" y="465"/>
                        </a:cubicBezTo>
                        <a:cubicBezTo>
                          <a:pt x="85" y="532"/>
                          <a:pt x="85" y="532"/>
                          <a:pt x="85" y="532"/>
                        </a:cubicBezTo>
                        <a:cubicBezTo>
                          <a:pt x="144" y="506"/>
                          <a:pt x="144" y="506"/>
                          <a:pt x="144" y="506"/>
                        </a:cubicBezTo>
                        <a:cubicBezTo>
                          <a:pt x="157" y="517"/>
                          <a:pt x="171" y="527"/>
                          <a:pt x="186" y="536"/>
                        </a:cubicBezTo>
                        <a:cubicBezTo>
                          <a:pt x="179" y="600"/>
                          <a:pt x="179" y="600"/>
                          <a:pt x="179" y="600"/>
                        </a:cubicBezTo>
                        <a:cubicBezTo>
                          <a:pt x="258" y="626"/>
                          <a:pt x="258" y="626"/>
                          <a:pt x="258" y="626"/>
                        </a:cubicBezTo>
                        <a:cubicBezTo>
                          <a:pt x="290" y="570"/>
                          <a:pt x="290" y="570"/>
                          <a:pt x="290" y="570"/>
                        </a:cubicBezTo>
                        <a:cubicBezTo>
                          <a:pt x="299" y="570"/>
                          <a:pt x="307" y="571"/>
                          <a:pt x="316" y="571"/>
                        </a:cubicBezTo>
                        <a:cubicBezTo>
                          <a:pt x="324" y="571"/>
                          <a:pt x="333" y="570"/>
                          <a:pt x="341" y="569"/>
                        </a:cubicBezTo>
                        <a:cubicBezTo>
                          <a:pt x="374" y="626"/>
                          <a:pt x="374" y="626"/>
                          <a:pt x="374" y="626"/>
                        </a:cubicBezTo>
                        <a:cubicBezTo>
                          <a:pt x="452" y="600"/>
                          <a:pt x="452" y="600"/>
                          <a:pt x="452" y="600"/>
                        </a:cubicBezTo>
                        <a:cubicBezTo>
                          <a:pt x="446" y="535"/>
                          <a:pt x="446" y="535"/>
                          <a:pt x="446" y="535"/>
                        </a:cubicBezTo>
                        <a:cubicBezTo>
                          <a:pt x="461" y="527"/>
                          <a:pt x="474" y="517"/>
                          <a:pt x="487" y="505"/>
                        </a:cubicBezTo>
                        <a:cubicBezTo>
                          <a:pt x="547" y="532"/>
                          <a:pt x="547" y="532"/>
                          <a:pt x="547" y="532"/>
                        </a:cubicBezTo>
                        <a:cubicBezTo>
                          <a:pt x="595" y="465"/>
                          <a:pt x="595" y="465"/>
                          <a:pt x="595" y="465"/>
                        </a:cubicBezTo>
                        <a:cubicBezTo>
                          <a:pt x="552" y="416"/>
                          <a:pt x="552" y="416"/>
                          <a:pt x="552" y="416"/>
                        </a:cubicBezTo>
                        <a:cubicBezTo>
                          <a:pt x="558" y="401"/>
                          <a:pt x="564" y="385"/>
                          <a:pt x="567" y="368"/>
                        </a:cubicBezTo>
                        <a:cubicBezTo>
                          <a:pt x="631" y="354"/>
                          <a:pt x="631" y="354"/>
                          <a:pt x="631" y="354"/>
                        </a:cubicBezTo>
                        <a:cubicBezTo>
                          <a:pt x="631" y="271"/>
                          <a:pt x="631" y="271"/>
                          <a:pt x="631" y="271"/>
                        </a:cubicBezTo>
                        <a:cubicBezTo>
                          <a:pt x="567" y="258"/>
                          <a:pt x="567" y="258"/>
                          <a:pt x="567" y="258"/>
                        </a:cubicBezTo>
                        <a:cubicBezTo>
                          <a:pt x="564" y="241"/>
                          <a:pt x="558" y="225"/>
                          <a:pt x="552" y="209"/>
                        </a:cubicBezTo>
                        <a:cubicBezTo>
                          <a:pt x="595" y="161"/>
                          <a:pt x="595" y="161"/>
                          <a:pt x="595" y="161"/>
                        </a:cubicBezTo>
                        <a:cubicBezTo>
                          <a:pt x="546" y="94"/>
                          <a:pt x="546" y="94"/>
                          <a:pt x="546" y="94"/>
                        </a:cubicBezTo>
                        <a:cubicBezTo>
                          <a:pt x="487" y="120"/>
                          <a:pt x="487" y="120"/>
                          <a:pt x="487" y="120"/>
                        </a:cubicBezTo>
                        <a:cubicBezTo>
                          <a:pt x="474" y="109"/>
                          <a:pt x="460" y="99"/>
                          <a:pt x="445" y="90"/>
                        </a:cubicBezTo>
                        <a:cubicBezTo>
                          <a:pt x="452" y="26"/>
                          <a:pt x="452" y="26"/>
                          <a:pt x="452" y="26"/>
                        </a:cubicBezTo>
                        <a:cubicBezTo>
                          <a:pt x="373" y="0"/>
                          <a:pt x="373" y="0"/>
                          <a:pt x="373" y="0"/>
                        </a:cubicBezTo>
                        <a:cubicBezTo>
                          <a:pt x="341" y="56"/>
                          <a:pt x="341" y="56"/>
                          <a:pt x="341" y="56"/>
                        </a:cubicBezTo>
                        <a:cubicBezTo>
                          <a:pt x="333" y="56"/>
                          <a:pt x="324" y="55"/>
                          <a:pt x="315" y="55"/>
                        </a:cubicBezTo>
                        <a:close/>
                        <a:moveTo>
                          <a:pt x="544" y="313"/>
                        </a:moveTo>
                        <a:cubicBezTo>
                          <a:pt x="544" y="439"/>
                          <a:pt x="442" y="541"/>
                          <a:pt x="316" y="541"/>
                        </a:cubicBezTo>
                        <a:cubicBezTo>
                          <a:pt x="190" y="541"/>
                          <a:pt x="87" y="439"/>
                          <a:pt x="87" y="313"/>
                        </a:cubicBezTo>
                        <a:cubicBezTo>
                          <a:pt x="87" y="187"/>
                          <a:pt x="189" y="85"/>
                          <a:pt x="315" y="85"/>
                        </a:cubicBezTo>
                        <a:cubicBezTo>
                          <a:pt x="441" y="85"/>
                          <a:pt x="544" y="187"/>
                          <a:pt x="544" y="313"/>
                        </a:cubicBezTo>
                        <a:close/>
                      </a:path>
                    </a:pathLst>
                  </a:custGeom>
                  <a:solidFill>
                    <a:schemeClr val="accent3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en-US" dirty="0"/>
                  </a:p>
                </p:txBody>
              </p:sp>
            </p:grpSp>
            <p:grpSp>
              <p:nvGrpSpPr>
                <p:cNvPr id="84" name="组合 1">
                  <a:extLst>
                    <a:ext uri="{FF2B5EF4-FFF2-40B4-BE49-F238E27FC236}">
                      <a16:creationId xmlns:a16="http://schemas.microsoft.com/office/drawing/2014/main" id="{97D7B909-620A-0CD8-B484-272C3ACFFA11}"/>
                    </a:ext>
                  </a:extLst>
                </p:cNvPr>
                <p:cNvGrpSpPr/>
                <p:nvPr/>
              </p:nvGrpSpPr>
              <p:grpSpPr>
                <a:xfrm>
                  <a:off x="4408171" y="1205200"/>
                  <a:ext cx="7585708" cy="975907"/>
                  <a:chOff x="4408171" y="1205065"/>
                  <a:chExt cx="7585708" cy="830521"/>
                </a:xfrm>
              </p:grpSpPr>
              <p:sp>
                <p:nvSpPr>
                  <p:cNvPr id="101" name="1">
                    <a:extLst>
                      <a:ext uri="{FF2B5EF4-FFF2-40B4-BE49-F238E27FC236}">
                        <a16:creationId xmlns:a16="http://schemas.microsoft.com/office/drawing/2014/main" id="{C9619CC8-233A-E72F-1D6C-6DDA067B1BD3}"/>
                      </a:ext>
                    </a:extLst>
                  </p:cNvPr>
                  <p:cNvSpPr/>
                  <p:nvPr/>
                </p:nvSpPr>
                <p:spPr>
                  <a:xfrm>
                    <a:off x="4408171" y="1294432"/>
                    <a:ext cx="7121312" cy="741154"/>
                  </a:xfrm>
                  <a:prstGeom prst="rect">
                    <a:avLst/>
                  </a:prstGeom>
                  <a:solidFill>
                    <a:schemeClr val="accent3">
                      <a:lumMod val="20000"/>
                      <a:lumOff val="80000"/>
                      <a:alpha val="58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02" name="Body-1">
                    <a:extLst>
                      <a:ext uri="{FF2B5EF4-FFF2-40B4-BE49-F238E27FC236}">
                        <a16:creationId xmlns:a16="http://schemas.microsoft.com/office/drawing/2014/main" id="{4ADD8CD3-24F9-C3AC-2AB7-D39F721C0BAA}"/>
                      </a:ext>
                    </a:extLst>
                  </p:cNvPr>
                  <p:cNvSpPr txBox="1"/>
                  <p:nvPr>
                    <p:custDataLst>
                      <p:tags r:id="rId13"/>
                    </p:custDataLst>
                  </p:nvPr>
                </p:nvSpPr>
                <p:spPr>
                  <a:xfrm flipH="1">
                    <a:off x="6770580" y="1205065"/>
                    <a:ext cx="5223299" cy="42082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>
                      <a:lnSpc>
                        <a:spcPct val="150000"/>
                      </a:lnSpc>
                    </a:pPr>
                    <a:r>
                      <a:rPr kumimoji="1" lang="zh-CN" altLang="en-US" sz="1400" dirty="0">
                        <a:latin typeface="+mn-ea"/>
                        <a:sym typeface="Arial" panose="020B0604020202020204" pitchFamily="34" charset="0"/>
                      </a:rPr>
                      <a:t>业务本质抽象</a:t>
                    </a:r>
                    <a:r>
                      <a:rPr kumimoji="1" lang="en-US" altLang="zh-CN" sz="1400" dirty="0">
                        <a:latin typeface="+mn-ea"/>
                        <a:sym typeface="Arial" panose="020B0604020202020204" pitchFamily="34" charset="0"/>
                      </a:rPr>
                      <a:t>: </a:t>
                    </a:r>
                    <a:r>
                      <a:rPr kumimoji="1" lang="zh-CN" altLang="en-US" sz="1400" dirty="0">
                        <a:latin typeface="+mn-ea"/>
                        <a:sym typeface="Arial" panose="020B0604020202020204" pitchFamily="34" charset="0"/>
                      </a:rPr>
                      <a:t>数据</a:t>
                    </a:r>
                    <a:r>
                      <a:rPr kumimoji="1" lang="en-US" altLang="zh-CN" sz="1400" dirty="0">
                        <a:latin typeface="+mn-ea"/>
                        <a:sym typeface="Arial" panose="020B0604020202020204" pitchFamily="34" charset="0"/>
                      </a:rPr>
                      <a:t> [</a:t>
                    </a:r>
                    <a:r>
                      <a:rPr kumimoji="1" lang="zh-CN" altLang="en-US" sz="1400" dirty="0">
                        <a:latin typeface="+mn-ea"/>
                      </a:rPr>
                      <a:t>接入 → 计算 → 存储 → 分发</a:t>
                    </a:r>
                    <a:r>
                      <a:rPr kumimoji="1" lang="en-US" altLang="zh-CN" sz="1400" dirty="0">
                        <a:latin typeface="+mn-ea"/>
                      </a:rPr>
                      <a:t>]</a:t>
                    </a:r>
                    <a:endParaRPr kumimoji="1" lang="en-US" altLang="zh-CN" sz="1400" dirty="0">
                      <a:latin typeface="+mn-ea"/>
                      <a:sym typeface="Arial" panose="020B0604020202020204" pitchFamily="34" charset="0"/>
                    </a:endParaRPr>
                  </a:p>
                </p:txBody>
              </p:sp>
              <p:sp>
                <p:nvSpPr>
                  <p:cNvPr id="103" name="Title-1">
                    <a:extLst>
                      <a:ext uri="{FF2B5EF4-FFF2-40B4-BE49-F238E27FC236}">
                        <a16:creationId xmlns:a16="http://schemas.microsoft.com/office/drawing/2014/main" id="{4BF410A2-616A-10C1-E1B9-42667B8CD1AD}"/>
                      </a:ext>
                    </a:extLst>
                  </p:cNvPr>
                  <p:cNvSpPr txBox="1"/>
                  <p:nvPr>
                    <p:custDataLst>
                      <p:tags r:id="rId14"/>
                    </p:custDataLst>
                  </p:nvPr>
                </p:nvSpPr>
                <p:spPr>
                  <a:xfrm flipH="1">
                    <a:off x="4582582" y="1499711"/>
                    <a:ext cx="2357220" cy="39379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r>
                      <a:rPr lang="zh-CN" altLang="en-US" b="1" dirty="0">
                        <a:solidFill>
                          <a:schemeClr val="accent2"/>
                        </a:solidFill>
                        <a:latin typeface="+mj-ea"/>
                        <a:ea typeface="+mj-ea"/>
                        <a:cs typeface="Arial" panose="020B0604020202020204" pitchFamily="34" charset="0"/>
                      </a:rPr>
                      <a:t>抽象核心逻辑</a:t>
                    </a:r>
                  </a:p>
                </p:txBody>
              </p:sp>
            </p:grpSp>
            <p:grpSp>
              <p:nvGrpSpPr>
                <p:cNvPr id="85" name="组合 2">
                  <a:extLst>
                    <a:ext uri="{FF2B5EF4-FFF2-40B4-BE49-F238E27FC236}">
                      <a16:creationId xmlns:a16="http://schemas.microsoft.com/office/drawing/2014/main" id="{509A54E4-9898-2046-FB46-D0638AD33E18}"/>
                    </a:ext>
                  </a:extLst>
                </p:cNvPr>
                <p:cNvGrpSpPr/>
                <p:nvPr/>
              </p:nvGrpSpPr>
              <p:grpSpPr>
                <a:xfrm>
                  <a:off x="5398617" y="2358525"/>
                  <a:ext cx="6070847" cy="930888"/>
                  <a:chOff x="5398617" y="2186573"/>
                  <a:chExt cx="6070847" cy="792209"/>
                </a:xfrm>
              </p:grpSpPr>
              <p:sp>
                <p:nvSpPr>
                  <p:cNvPr id="98" name="2">
                    <a:extLst>
                      <a:ext uri="{FF2B5EF4-FFF2-40B4-BE49-F238E27FC236}">
                        <a16:creationId xmlns:a16="http://schemas.microsoft.com/office/drawing/2014/main" id="{34759281-7D81-B443-3EF2-0D9B798036A3}"/>
                      </a:ext>
                    </a:extLst>
                  </p:cNvPr>
                  <p:cNvSpPr/>
                  <p:nvPr/>
                </p:nvSpPr>
                <p:spPr>
                  <a:xfrm>
                    <a:off x="5398617" y="2237628"/>
                    <a:ext cx="6070847" cy="741154"/>
                  </a:xfrm>
                  <a:prstGeom prst="rect">
                    <a:avLst/>
                  </a:prstGeom>
                  <a:solidFill>
                    <a:schemeClr val="accent2">
                      <a:lumMod val="20000"/>
                      <a:lumOff val="80000"/>
                      <a:alpha val="41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99" name="Body-2">
                    <a:extLst>
                      <a:ext uri="{FF2B5EF4-FFF2-40B4-BE49-F238E27FC236}">
                        <a16:creationId xmlns:a16="http://schemas.microsoft.com/office/drawing/2014/main" id="{5E4B2B4A-3AB2-AA11-52ED-984470F7A526}"/>
                      </a:ext>
                    </a:extLst>
                  </p:cNvPr>
                  <p:cNvSpPr txBox="1"/>
                  <p:nvPr>
                    <p:custDataLst>
                      <p:tags r:id="rId11"/>
                    </p:custDataLst>
                  </p:nvPr>
                </p:nvSpPr>
                <p:spPr>
                  <a:xfrm flipH="1">
                    <a:off x="7174416" y="2186573"/>
                    <a:ext cx="3611779" cy="42082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>
                      <a:lnSpc>
                        <a:spcPct val="150000"/>
                      </a:lnSpc>
                    </a:pPr>
                    <a:r>
                      <a:rPr kumimoji="1" lang="zh-CN" altLang="en-US" sz="1400" dirty="0">
                        <a:latin typeface="+mn-ea"/>
                        <a:sym typeface="Arial" panose="020B0604020202020204" pitchFamily="34" charset="0"/>
                      </a:rPr>
                      <a:t>异步传输、缓存加速、配置动态更新</a:t>
                    </a:r>
                    <a:endParaRPr kumimoji="1" lang="en-US" altLang="zh-CN" sz="1400" dirty="0">
                      <a:latin typeface="+mn-ea"/>
                      <a:sym typeface="Arial" panose="020B0604020202020204" pitchFamily="34" charset="0"/>
                    </a:endParaRPr>
                  </a:p>
                </p:txBody>
              </p:sp>
              <p:sp>
                <p:nvSpPr>
                  <p:cNvPr id="100" name="Title-2">
                    <a:extLst>
                      <a:ext uri="{FF2B5EF4-FFF2-40B4-BE49-F238E27FC236}">
                        <a16:creationId xmlns:a16="http://schemas.microsoft.com/office/drawing/2014/main" id="{7024325E-03AD-2563-1768-1136CCE05515}"/>
                      </a:ext>
                    </a:extLst>
                  </p:cNvPr>
                  <p:cNvSpPr txBox="1"/>
                  <p:nvPr>
                    <p:custDataLst>
                      <p:tags r:id="rId12"/>
                    </p:custDataLst>
                  </p:nvPr>
                </p:nvSpPr>
                <p:spPr>
                  <a:xfrm flipH="1">
                    <a:off x="5562584" y="2438121"/>
                    <a:ext cx="1723744" cy="39948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r>
                      <a:rPr lang="zh-CN" altLang="en-US" b="1" dirty="0">
                        <a:solidFill>
                          <a:schemeClr val="accent3"/>
                        </a:solidFill>
                        <a:latin typeface="+mj-ea"/>
                        <a:ea typeface="+mj-ea"/>
                        <a:cs typeface="Arial" panose="020B0604020202020204" pitchFamily="34" charset="0"/>
                      </a:rPr>
                      <a:t>技术选型</a:t>
                    </a:r>
                  </a:p>
                </p:txBody>
              </p:sp>
            </p:grpSp>
            <p:grpSp>
              <p:nvGrpSpPr>
                <p:cNvPr id="86" name="组合 3">
                  <a:extLst>
                    <a:ext uri="{FF2B5EF4-FFF2-40B4-BE49-F238E27FC236}">
                      <a16:creationId xmlns:a16="http://schemas.microsoft.com/office/drawing/2014/main" id="{99F51D94-F580-84E9-329E-61E5B2B9CB2F}"/>
                    </a:ext>
                  </a:extLst>
                </p:cNvPr>
                <p:cNvGrpSpPr/>
                <p:nvPr/>
              </p:nvGrpSpPr>
              <p:grpSpPr>
                <a:xfrm>
                  <a:off x="5180846" y="3570579"/>
                  <a:ext cx="6070847" cy="910831"/>
                  <a:chOff x="5180846" y="3218063"/>
                  <a:chExt cx="6070847" cy="775140"/>
                </a:xfrm>
              </p:grpSpPr>
              <p:sp>
                <p:nvSpPr>
                  <p:cNvPr id="95" name="3">
                    <a:extLst>
                      <a:ext uri="{FF2B5EF4-FFF2-40B4-BE49-F238E27FC236}">
                        <a16:creationId xmlns:a16="http://schemas.microsoft.com/office/drawing/2014/main" id="{07E4B4CA-4BA9-FFD4-EDFC-6AA609624085}"/>
                      </a:ext>
                    </a:extLst>
                  </p:cNvPr>
                  <p:cNvSpPr/>
                  <p:nvPr/>
                </p:nvSpPr>
                <p:spPr>
                  <a:xfrm>
                    <a:off x="5180846" y="3252049"/>
                    <a:ext cx="6070847" cy="741154"/>
                  </a:xfrm>
                  <a:prstGeom prst="rect">
                    <a:avLst/>
                  </a:prstGeom>
                  <a:solidFill>
                    <a:schemeClr val="accent3">
                      <a:lumMod val="20000"/>
                      <a:lumOff val="80000"/>
                      <a:alpha val="58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96" name="Body-3">
                    <a:extLst>
                      <a:ext uri="{FF2B5EF4-FFF2-40B4-BE49-F238E27FC236}">
                        <a16:creationId xmlns:a16="http://schemas.microsoft.com/office/drawing/2014/main" id="{16183A72-F0F7-5CA1-9965-BD4460C8F7BD}"/>
                      </a:ext>
                    </a:extLst>
                  </p:cNvPr>
                  <p:cNvSpPr txBox="1"/>
                  <p:nvPr>
                    <p:custDataLst>
                      <p:tags r:id="rId9"/>
                    </p:custDataLst>
                  </p:nvPr>
                </p:nvSpPr>
                <p:spPr>
                  <a:xfrm flipH="1">
                    <a:off x="7174416" y="3218063"/>
                    <a:ext cx="3611778" cy="42082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>
                      <a:lnSpc>
                        <a:spcPct val="150000"/>
                      </a:lnSpc>
                    </a:pPr>
                    <a:r>
                      <a:rPr kumimoji="1" lang="zh-CN" altLang="en-US" sz="1400" dirty="0">
                        <a:latin typeface="+mn-ea"/>
                        <a:sym typeface="Arial" panose="020B0604020202020204" pitchFamily="34" charset="0"/>
                      </a:rPr>
                      <a:t>模块化设计、配置化驱动、接口标准化</a:t>
                    </a:r>
                    <a:endParaRPr kumimoji="1" lang="en-US" altLang="zh-CN" sz="1400" dirty="0">
                      <a:latin typeface="+mn-ea"/>
                      <a:sym typeface="Arial" panose="020B0604020202020204" pitchFamily="34" charset="0"/>
                    </a:endParaRPr>
                  </a:p>
                </p:txBody>
              </p:sp>
              <p:sp>
                <p:nvSpPr>
                  <p:cNvPr id="97" name="Title-3">
                    <a:extLst>
                      <a:ext uri="{FF2B5EF4-FFF2-40B4-BE49-F238E27FC236}">
                        <a16:creationId xmlns:a16="http://schemas.microsoft.com/office/drawing/2014/main" id="{C6C69C48-CCB2-8F4A-C599-A77601C1E177}"/>
                      </a:ext>
                    </a:extLst>
                  </p:cNvPr>
                  <p:cNvSpPr txBox="1"/>
                  <p:nvPr>
                    <p:custDataLst>
                      <p:tags r:id="rId10"/>
                    </p:custDataLst>
                  </p:nvPr>
                </p:nvSpPr>
                <p:spPr>
                  <a:xfrm flipH="1">
                    <a:off x="5344813" y="3465275"/>
                    <a:ext cx="1723742" cy="39948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r>
                      <a:rPr lang="zh-CN" altLang="en-US" b="1" dirty="0">
                        <a:solidFill>
                          <a:schemeClr val="accent4"/>
                        </a:solidFill>
                        <a:latin typeface="+mj-ea"/>
                        <a:ea typeface="+mj-ea"/>
                        <a:cs typeface="Arial" panose="020B0604020202020204" pitchFamily="34" charset="0"/>
                      </a:rPr>
                      <a:t>可扩展性</a:t>
                    </a:r>
                  </a:p>
                </p:txBody>
              </p:sp>
            </p:grpSp>
            <p:grpSp>
              <p:nvGrpSpPr>
                <p:cNvPr id="87" name="组合 4">
                  <a:extLst>
                    <a:ext uri="{FF2B5EF4-FFF2-40B4-BE49-F238E27FC236}">
                      <a16:creationId xmlns:a16="http://schemas.microsoft.com/office/drawing/2014/main" id="{87603D95-1B4A-8BA8-59A0-7657DBF57429}"/>
                    </a:ext>
                  </a:extLst>
                </p:cNvPr>
                <p:cNvGrpSpPr/>
                <p:nvPr/>
              </p:nvGrpSpPr>
              <p:grpSpPr>
                <a:xfrm>
                  <a:off x="4530653" y="4802513"/>
                  <a:ext cx="7463225" cy="955545"/>
                  <a:chOff x="4530653" y="4266465"/>
                  <a:chExt cx="7463225" cy="813192"/>
                </a:xfrm>
              </p:grpSpPr>
              <p:sp>
                <p:nvSpPr>
                  <p:cNvPr id="92" name="4">
                    <a:extLst>
                      <a:ext uri="{FF2B5EF4-FFF2-40B4-BE49-F238E27FC236}">
                        <a16:creationId xmlns:a16="http://schemas.microsoft.com/office/drawing/2014/main" id="{E4104526-1682-688F-42A6-282F05EE7AD2}"/>
                      </a:ext>
                    </a:extLst>
                  </p:cNvPr>
                  <p:cNvSpPr/>
                  <p:nvPr/>
                </p:nvSpPr>
                <p:spPr>
                  <a:xfrm>
                    <a:off x="4530653" y="4338503"/>
                    <a:ext cx="6946900" cy="741154"/>
                  </a:xfrm>
                  <a:prstGeom prst="rect">
                    <a:avLst/>
                  </a:prstGeom>
                  <a:solidFill>
                    <a:schemeClr val="accent2">
                      <a:lumMod val="20000"/>
                      <a:lumOff val="80000"/>
                      <a:alpha val="41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93" name="Body-4">
                    <a:extLst>
                      <a:ext uri="{FF2B5EF4-FFF2-40B4-BE49-F238E27FC236}">
                        <a16:creationId xmlns:a16="http://schemas.microsoft.com/office/drawing/2014/main" id="{12210624-7A20-E702-13F2-E6404D1BFA9A}"/>
                      </a:ext>
                    </a:extLst>
                  </p:cNvPr>
                  <p:cNvSpPr txBox="1"/>
                  <p:nvPr>
                    <p:custDataLst>
                      <p:tags r:id="rId7"/>
                    </p:custDataLst>
                  </p:nvPr>
                </p:nvSpPr>
                <p:spPr>
                  <a:xfrm flipH="1">
                    <a:off x="6770580" y="4266465"/>
                    <a:ext cx="5223298" cy="42082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>
                      <a:lnSpc>
                        <a:spcPct val="150000"/>
                      </a:lnSpc>
                    </a:pPr>
                    <a:r>
                      <a:rPr kumimoji="1" lang="en-US" altLang="zh-CN" sz="1400" dirty="0">
                        <a:latin typeface="+mn-ea"/>
                      </a:rPr>
                      <a:t>Kafka</a:t>
                    </a:r>
                    <a:r>
                      <a:rPr kumimoji="1" lang="zh-CN" altLang="en-US" sz="1400" dirty="0">
                        <a:latin typeface="+mn-ea"/>
                      </a:rPr>
                      <a:t>削峰</a:t>
                    </a:r>
                    <a:r>
                      <a:rPr kumimoji="1" lang="en-US" altLang="zh-CN" sz="1400" dirty="0">
                        <a:latin typeface="+mn-ea"/>
                      </a:rPr>
                      <a:t>Redis</a:t>
                    </a:r>
                    <a:r>
                      <a:rPr kumimoji="1" lang="zh-CN" altLang="en-US" sz="1400" dirty="0">
                        <a:latin typeface="+mn-ea"/>
                      </a:rPr>
                      <a:t>缓存，主备容错</a:t>
                    </a:r>
                    <a:r>
                      <a:rPr kumimoji="1" lang="en-US" altLang="zh-CN" sz="1400" dirty="0">
                        <a:latin typeface="+mn-ea"/>
                      </a:rPr>
                      <a:t>K8s</a:t>
                    </a:r>
                    <a:r>
                      <a:rPr kumimoji="1" lang="zh-CN" altLang="en-US" sz="1400" dirty="0">
                        <a:latin typeface="+mn-ea"/>
                      </a:rPr>
                      <a:t>自愈，</a:t>
                    </a:r>
                    <a:r>
                      <a:rPr kumimoji="1" lang="en-US" altLang="zh-CN" sz="1400" dirty="0">
                        <a:latin typeface="+mn-ea"/>
                      </a:rPr>
                      <a:t>CI/CD</a:t>
                    </a:r>
                    <a:r>
                      <a:rPr kumimoji="1" lang="zh-CN" altLang="en-US" sz="1400" dirty="0">
                        <a:latin typeface="+mn-ea"/>
                      </a:rPr>
                      <a:t>自动化</a:t>
                    </a:r>
                    <a:endParaRPr kumimoji="1" lang="en-US" altLang="zh-CN" sz="1400" dirty="0">
                      <a:latin typeface="+mn-ea"/>
                      <a:sym typeface="Arial" panose="020B0604020202020204" pitchFamily="34" charset="0"/>
                    </a:endParaRPr>
                  </a:p>
                </p:txBody>
              </p:sp>
              <p:sp>
                <p:nvSpPr>
                  <p:cNvPr id="94" name="Title-4">
                    <a:extLst>
                      <a:ext uri="{FF2B5EF4-FFF2-40B4-BE49-F238E27FC236}">
                        <a16:creationId xmlns:a16="http://schemas.microsoft.com/office/drawing/2014/main" id="{25F69905-45F7-5124-44DA-1A76A8CA2F56}"/>
                      </a:ext>
                    </a:extLst>
                  </p:cNvPr>
                  <p:cNvSpPr txBox="1"/>
                  <p:nvPr>
                    <p:custDataLst>
                      <p:tags r:id="rId8"/>
                    </p:custDataLst>
                  </p:nvPr>
                </p:nvSpPr>
                <p:spPr>
                  <a:xfrm flipH="1">
                    <a:off x="4762606" y="4546944"/>
                    <a:ext cx="2125267" cy="47328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r>
                      <a:rPr lang="zh-CN" altLang="en-US" b="1" dirty="0">
                        <a:solidFill>
                          <a:schemeClr val="accent2">
                            <a:lumMod val="50000"/>
                          </a:schemeClr>
                        </a:solidFill>
                        <a:latin typeface="+mj-ea"/>
                        <a:ea typeface="+mj-ea"/>
                        <a:cs typeface="Arial" panose="020B0604020202020204" pitchFamily="34" charset="0"/>
                      </a:rPr>
                      <a:t>性能可靠性</a:t>
                    </a:r>
                  </a:p>
                </p:txBody>
              </p:sp>
            </p:grpSp>
          </p:grpSp>
          <p:pic>
            <p:nvPicPr>
              <p:cNvPr id="123" name="图形 122">
                <a:extLst>
                  <a:ext uri="{FF2B5EF4-FFF2-40B4-BE49-F238E27FC236}">
                    <a16:creationId xmlns:a16="http://schemas.microsoft.com/office/drawing/2014/main" id="{5D96ADE1-262F-709F-CAE7-6BEE91CCD62A}"/>
                  </a:ext>
                </a:extLst>
              </p:cNvPr>
              <p:cNvPicPr>
                <a:picLocks noChangeAspect="1"/>
              </p:cNvPicPr>
              <p:nvPr>
                <p:custDataLst>
                  <p:tags r:id="rId5"/>
                </p:custDataLst>
              </p:nvPr>
            </p:nvPicPr>
            <p:blipFill>
              <a:blip r:embed="rId24">
                <a:extLst>
                  <a:ext uri="{96DAC541-7B7A-43D3-8B79-37D633B846F1}">
                    <asvg:svgBlip xmlns:asvg="http://schemas.microsoft.com/office/drawing/2016/SVG/main" r:embed="rId25"/>
                  </a:ext>
                </a:extLst>
              </a:blip>
              <a:stretch>
                <a:fillRect/>
              </a:stretch>
            </p:blipFill>
            <p:spPr>
              <a:xfrm>
                <a:off x="1263144" y="2594048"/>
                <a:ext cx="647356" cy="647356"/>
              </a:xfrm>
              <a:prstGeom prst="rect">
                <a:avLst/>
              </a:prstGeom>
            </p:spPr>
          </p:pic>
          <p:pic>
            <p:nvPicPr>
              <p:cNvPr id="125" name="图形 124">
                <a:extLst>
                  <a:ext uri="{FF2B5EF4-FFF2-40B4-BE49-F238E27FC236}">
                    <a16:creationId xmlns:a16="http://schemas.microsoft.com/office/drawing/2014/main" id="{D41B22FD-2A8E-F341-E0F7-C24DE50650C2}"/>
                  </a:ext>
                </a:extLst>
              </p:cNvPr>
              <p:cNvPicPr>
                <a:picLocks noChangeAspect="1"/>
              </p:cNvPicPr>
              <p:nvPr>
                <p:custDataLst>
                  <p:tags r:id="rId6"/>
                </p:custDataLst>
              </p:nvPr>
            </p:nvPicPr>
            <p:blipFill>
              <a:blip r:embed="rId26">
                <a:extLst>
                  <a:ext uri="{96DAC541-7B7A-43D3-8B79-37D633B846F1}">
                    <asvg:svgBlip xmlns:asvg="http://schemas.microsoft.com/office/drawing/2016/SVG/main" r:embed="rId27"/>
                  </a:ext>
                </a:extLst>
              </a:blip>
              <a:stretch>
                <a:fillRect/>
              </a:stretch>
            </p:blipFill>
            <p:spPr>
              <a:xfrm>
                <a:off x="2145521" y="3827409"/>
                <a:ext cx="408268" cy="408268"/>
              </a:xfrm>
              <a:prstGeom prst="rect">
                <a:avLst/>
              </a:prstGeom>
            </p:spPr>
          </p:pic>
        </p:grpSp>
        <p:pic>
          <p:nvPicPr>
            <p:cNvPr id="130" name="图形 129">
              <a:extLst>
                <a:ext uri="{FF2B5EF4-FFF2-40B4-BE49-F238E27FC236}">
                  <a16:creationId xmlns:a16="http://schemas.microsoft.com/office/drawing/2014/main" id="{268A1A2E-9933-0207-9E26-572D38E49063}"/>
                </a:ext>
              </a:extLst>
            </p:cNvPr>
            <p:cNvPicPr>
              <a:picLocks noChangeAspect="1"/>
            </p:cNvPicPr>
            <p:nvPr>
              <p:custDataLst>
                <p:tags r:id="rId3"/>
              </p:custDataLst>
            </p:nvPr>
          </p:nvPicPr>
          <p:blipFill>
            <a:blip r:embed="rId28"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p:blipFill>
          <p:spPr>
            <a:xfrm>
              <a:off x="3283487" y="2207914"/>
              <a:ext cx="358152" cy="386134"/>
            </a:xfrm>
            <a:prstGeom prst="rect">
              <a:avLst/>
            </a:prstGeom>
          </p:spPr>
        </p:pic>
      </p:grpSp>
      <p:grpSp>
        <p:nvGrpSpPr>
          <p:cNvPr id="7" name="组合 6">
            <a:extLst>
              <a:ext uri="{FF2B5EF4-FFF2-40B4-BE49-F238E27FC236}">
                <a16:creationId xmlns:a16="http://schemas.microsoft.com/office/drawing/2014/main" id="{B3794EBE-10DC-F804-26D8-08E38A30EF22}"/>
              </a:ext>
            </a:extLst>
          </p:cNvPr>
          <p:cNvGrpSpPr/>
          <p:nvPr/>
        </p:nvGrpSpPr>
        <p:grpSpPr>
          <a:xfrm>
            <a:off x="338637" y="285750"/>
            <a:ext cx="8344854" cy="400050"/>
            <a:chOff x="338637" y="285750"/>
            <a:chExt cx="8344854" cy="400050"/>
          </a:xfrm>
        </p:grpSpPr>
        <p:sp>
          <p:nvSpPr>
            <p:cNvPr id="8" name="Text 1">
              <a:extLst>
                <a:ext uri="{FF2B5EF4-FFF2-40B4-BE49-F238E27FC236}">
                  <a16:creationId xmlns:a16="http://schemas.microsoft.com/office/drawing/2014/main" id="{840AEF57-BE4D-E15B-F402-CC7687D93E52}"/>
                </a:ext>
              </a:extLst>
            </p:cNvPr>
            <p:cNvSpPr/>
            <p:nvPr/>
          </p:nvSpPr>
          <p:spPr>
            <a:xfrm>
              <a:off x="682491" y="285750"/>
              <a:ext cx="8001000" cy="400050"/>
            </a:xfrm>
            <a:prstGeom prst="rect">
              <a:avLst/>
            </a:prstGeom>
            <a:noFill/>
            <a:ln/>
          </p:spPr>
          <p:txBody>
            <a:bodyPr vert="horz" wrap="square" lIns="0" tIns="0" rIns="0" bIns="0" rtlCol="0" anchor="ctr"/>
            <a:lstStyle/>
            <a:p>
              <a:pPr marL="0" indent="0" algn="l">
                <a:lnSpc>
                  <a:spcPts val="3150"/>
                </a:lnSpc>
                <a:buNone/>
              </a:pPr>
              <a:r>
                <a:rPr lang="en-US" sz="2250" b="1" dirty="0" err="1">
                  <a:solidFill>
                    <a:srgbClr val="000000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项目背景</a:t>
              </a:r>
              <a:r>
                <a:rPr lang="zh-CN" altLang="en-US" sz="2250" b="1" dirty="0">
                  <a:solidFill>
                    <a:srgbClr val="000000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与架构能力</a:t>
              </a:r>
              <a:endParaRPr lang="en-US" sz="2250" dirty="0"/>
            </a:p>
          </p:txBody>
        </p:sp>
        <p:sp>
          <p:nvSpPr>
            <p:cNvPr id="9" name="Text 3">
              <a:extLst>
                <a:ext uri="{FF2B5EF4-FFF2-40B4-BE49-F238E27FC236}">
                  <a16:creationId xmlns:a16="http://schemas.microsoft.com/office/drawing/2014/main" id="{4274E437-584A-DDF3-1A3C-4195FFF5908B}"/>
                </a:ext>
              </a:extLst>
            </p:cNvPr>
            <p:cNvSpPr/>
            <p:nvPr/>
          </p:nvSpPr>
          <p:spPr>
            <a:xfrm>
              <a:off x="338637" y="319087"/>
              <a:ext cx="352425" cy="333375"/>
            </a:xfrm>
            <a:prstGeom prst="rect">
              <a:avLst/>
            </a:prstGeom>
            <a:noFill/>
            <a:ln/>
          </p:spPr>
          <p:txBody>
            <a:bodyPr vert="horz" wrap="square" lIns="0" tIns="0" rIns="0" bIns="0" rtlCol="0" anchor="ctr"/>
            <a:lstStyle/>
            <a:p>
              <a:pPr marL="0" indent="0" algn="l">
                <a:lnSpc>
                  <a:spcPts val="3038"/>
                </a:lnSpc>
                <a:buNone/>
              </a:pPr>
              <a:r>
                <a:rPr lang="en-US" sz="1875" b="1" dirty="0">
                  <a:solidFill>
                    <a:srgbClr val="4784CB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02</a:t>
              </a:r>
              <a:endParaRPr lang="en-US" sz="1875" dirty="0"/>
            </a:p>
          </p:txBody>
        </p:sp>
      </p:grpSp>
    </p:spTree>
  </p:cSld>
  <p:clrMapOvr>
    <a:masterClrMapping/>
  </p:clrMapOvr>
  <p:transition spd="slow">
    <p:wip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rcRect t="3571" b="3571"/>
          <a:stretch/>
        </p:blipFill>
        <p:spPr>
          <a:xfrm>
            <a:off x="0" y="0"/>
            <a:ext cx="9144000" cy="123825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71500" y="742950"/>
            <a:ext cx="8001000" cy="2095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ts val="165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381000" y="1409700"/>
            <a:ext cx="8382000" cy="2324100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1766888" y="1495425"/>
            <a:ext cx="2667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95A5BD"/>
                </a:solidFill>
                <a:effectLst/>
                <a:uLnTx/>
                <a:uFillTx/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4"/>
          <p:cNvSpPr/>
          <p:nvPr/>
        </p:nvSpPr>
        <p:spPr>
          <a:xfrm>
            <a:off x="1085850" y="1885950"/>
            <a:ext cx="1628775" cy="25241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ts val="1688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" pitchFamily="34" charset="0"/>
                <a:ea typeface="Microsoft YaHei" pitchFamily="34" charset="-122"/>
                <a:cs typeface="+mn-cs"/>
              </a:rPr>
              <a:t>需求前置评审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5"/>
          <p:cNvSpPr/>
          <p:nvPr/>
        </p:nvSpPr>
        <p:spPr>
          <a:xfrm>
            <a:off x="1085850" y="2176463"/>
            <a:ext cx="1628775" cy="2476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ts val="165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需求文档出来后，与测试、产品三方评审，拉齐认知。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6"/>
          <p:cNvSpPr/>
          <p:nvPr/>
        </p:nvSpPr>
        <p:spPr>
          <a:xfrm>
            <a:off x="3548062" y="1495425"/>
            <a:ext cx="2667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AD8E8E"/>
                </a:solidFill>
                <a:effectLst/>
                <a:uLnTx/>
                <a:uFillTx/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7"/>
          <p:cNvSpPr/>
          <p:nvPr/>
        </p:nvSpPr>
        <p:spPr>
          <a:xfrm>
            <a:off x="2867025" y="1885950"/>
            <a:ext cx="1628775" cy="25241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lvl="0" algn="ctr">
              <a:lnSpc>
                <a:spcPts val="1688"/>
              </a:lnSpc>
            </a:pPr>
            <a:r>
              <a:rPr lang="zh-CN" altLang="en-US" sz="12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时序建模</a:t>
            </a:r>
            <a:endParaRPr lang="en-US" sz="1200" b="1" dirty="0">
              <a:solidFill>
                <a:srgbClr val="000000"/>
              </a:solidFill>
              <a:latin typeface="Microsoft YaHei" pitchFamily="34" charset="0"/>
              <a:ea typeface="Microsoft YaHei" pitchFamily="34" charset="-122"/>
            </a:endParaRPr>
          </a:p>
        </p:txBody>
      </p:sp>
      <p:sp>
        <p:nvSpPr>
          <p:cNvPr id="13" name="Text 8"/>
          <p:cNvSpPr/>
          <p:nvPr/>
        </p:nvSpPr>
        <p:spPr>
          <a:xfrm>
            <a:off x="2867025" y="2176463"/>
            <a:ext cx="1628775" cy="2476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lvl="0" algn="ctr">
              <a:lnSpc>
                <a:spcPts val="1650"/>
              </a:lnSpc>
            </a:pPr>
            <a:r>
              <a:rPr lang="zh-CN" altLang="en-US" sz="9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</a:rPr>
              <a:t>针对核心接口，绘制时序图。举异常分支</a:t>
            </a:r>
            <a:r>
              <a:rPr lang="zh-CN" altLang="en-US" sz="9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00" dirty="0">
              <a:solidFill>
                <a:srgbClr val="666666"/>
              </a:solidFill>
              <a:latin typeface="Microsoft YaHei" pitchFamily="34" charset="0"/>
              <a:ea typeface="Microsoft YaHei" pitchFamily="34" charset="-122"/>
            </a:endParaRPr>
          </a:p>
        </p:txBody>
      </p:sp>
      <p:sp>
        <p:nvSpPr>
          <p:cNvPr id="14" name="Text 9"/>
          <p:cNvSpPr/>
          <p:nvPr/>
        </p:nvSpPr>
        <p:spPr>
          <a:xfrm>
            <a:off x="5329238" y="1495425"/>
            <a:ext cx="2667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95A5BD"/>
                </a:solidFill>
                <a:effectLst/>
                <a:uLnTx/>
                <a:uFillTx/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0"/>
          <p:cNvSpPr/>
          <p:nvPr/>
        </p:nvSpPr>
        <p:spPr>
          <a:xfrm>
            <a:off x="4648200" y="1885950"/>
            <a:ext cx="1628775" cy="25241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algn="ctr">
              <a:lnSpc>
                <a:spcPts val="1688"/>
              </a:lnSpc>
            </a:pPr>
            <a:r>
              <a:rPr lang="zh-CN" altLang="en-US" sz="12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可行性评估</a:t>
            </a:r>
            <a:endParaRPr lang="en-US" sz="1200" b="1" dirty="0">
              <a:solidFill>
                <a:srgbClr val="000000"/>
              </a:solidFill>
              <a:latin typeface="Microsoft YaHei" pitchFamily="34" charset="0"/>
              <a:ea typeface="Microsoft YaHei" pitchFamily="34" charset="-122"/>
            </a:endParaRPr>
          </a:p>
        </p:txBody>
      </p:sp>
      <p:sp>
        <p:nvSpPr>
          <p:cNvPr id="16" name="Text 11"/>
          <p:cNvSpPr/>
          <p:nvPr/>
        </p:nvSpPr>
        <p:spPr>
          <a:xfrm>
            <a:off x="4648199" y="2138363"/>
            <a:ext cx="1628775" cy="2476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lvl="0" algn="ctr">
              <a:lnSpc>
                <a:spcPts val="1650"/>
              </a:lnSpc>
            </a:pPr>
            <a:r>
              <a:rPr lang="zh-CN" altLang="en-US" sz="9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</a:rPr>
              <a:t>技术可行性、部署可行性</a:t>
            </a:r>
            <a:r>
              <a:rPr lang="zh-CN" altLang="en-US" sz="9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00" dirty="0">
              <a:solidFill>
                <a:srgbClr val="666666"/>
              </a:solidFill>
              <a:latin typeface="Microsoft YaHei" pitchFamily="34" charset="0"/>
              <a:ea typeface="Microsoft YaHei" pitchFamily="34" charset="-122"/>
            </a:endParaRPr>
          </a:p>
        </p:txBody>
      </p:sp>
      <p:sp>
        <p:nvSpPr>
          <p:cNvPr id="17" name="Text 12"/>
          <p:cNvSpPr/>
          <p:nvPr/>
        </p:nvSpPr>
        <p:spPr>
          <a:xfrm>
            <a:off x="7110413" y="1495425"/>
            <a:ext cx="2667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AD8E8E"/>
                </a:solidFill>
                <a:effectLst/>
                <a:uLnTx/>
                <a:uFillTx/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3"/>
          <p:cNvSpPr/>
          <p:nvPr/>
        </p:nvSpPr>
        <p:spPr>
          <a:xfrm>
            <a:off x="6429375" y="1885950"/>
            <a:ext cx="1628775" cy="25241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lvl="0" algn="ctr">
              <a:lnSpc>
                <a:spcPts val="1688"/>
              </a:lnSpc>
            </a:pPr>
            <a:r>
              <a:rPr lang="zh-CN" altLang="en-US" sz="12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编码规范与静态检查</a:t>
            </a:r>
            <a:endParaRPr lang="en-US" sz="1200" b="1" dirty="0">
              <a:solidFill>
                <a:srgbClr val="000000"/>
              </a:solidFill>
              <a:latin typeface="Microsoft YaHei" pitchFamily="34" charset="0"/>
              <a:ea typeface="Microsoft YaHei" pitchFamily="34" charset="-122"/>
            </a:endParaRPr>
          </a:p>
        </p:txBody>
      </p:sp>
      <p:sp>
        <p:nvSpPr>
          <p:cNvPr id="19" name="Text 14"/>
          <p:cNvSpPr/>
          <p:nvPr/>
        </p:nvSpPr>
        <p:spPr>
          <a:xfrm>
            <a:off x="6429375" y="2176463"/>
            <a:ext cx="1628775" cy="2476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ts val="165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9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</a:rPr>
              <a:t>代码规范化、引入</a:t>
            </a:r>
            <a:r>
              <a:rPr lang="en-US" altLang="zh-CN" sz="9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</a:rPr>
              <a:t>SonarQube</a:t>
            </a:r>
            <a:r>
              <a:rPr lang="zh-CN" altLang="en-US" sz="9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</a:rPr>
              <a:t>静态扫描、</a:t>
            </a:r>
            <a:r>
              <a:rPr lang="en-US" altLang="zh-CN" sz="9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</a:rPr>
              <a:t>SQL</a:t>
            </a:r>
            <a:r>
              <a:rPr lang="zh-CN" altLang="en-US" sz="9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</a:rPr>
              <a:t>语句静态审查。</a:t>
            </a:r>
            <a:endParaRPr lang="en-US" sz="900" dirty="0">
              <a:solidFill>
                <a:srgbClr val="666666"/>
              </a:solidFill>
              <a:latin typeface="Microsoft YaHei" pitchFamily="34" charset="0"/>
              <a:ea typeface="Microsoft YaHei" pitchFamily="34" charset="-122"/>
            </a:endParaRPr>
          </a:p>
        </p:txBody>
      </p:sp>
      <p:sp>
        <p:nvSpPr>
          <p:cNvPr id="20" name="Text 15"/>
          <p:cNvSpPr/>
          <p:nvPr/>
        </p:nvSpPr>
        <p:spPr>
          <a:xfrm>
            <a:off x="7110413" y="2638425"/>
            <a:ext cx="2667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95A5BD"/>
                </a:solidFill>
                <a:effectLst/>
                <a:uLnTx/>
                <a:uFillTx/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6"/>
          <p:cNvSpPr/>
          <p:nvPr/>
        </p:nvSpPr>
        <p:spPr>
          <a:xfrm>
            <a:off x="6429375" y="3028950"/>
            <a:ext cx="1628775" cy="25241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ts val="1688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单元测试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17"/>
          <p:cNvSpPr/>
          <p:nvPr/>
        </p:nvSpPr>
        <p:spPr>
          <a:xfrm>
            <a:off x="6429375" y="3319463"/>
            <a:ext cx="1628775" cy="2476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lvl="0" algn="ctr">
              <a:lnSpc>
                <a:spcPts val="1650"/>
              </a:lnSpc>
            </a:pPr>
            <a:r>
              <a:rPr lang="zh-CN" altLang="en-US" sz="9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</a:rPr>
              <a:t>核心业务覆盖率</a:t>
            </a:r>
            <a:r>
              <a:rPr lang="en-US" altLang="zh-CN" sz="9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</a:rPr>
              <a:t>&gt;80%</a:t>
            </a:r>
            <a:br>
              <a:rPr lang="en-US" altLang="zh-CN" sz="9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</a:rPr>
            </a:br>
            <a:r>
              <a:rPr lang="en-US" altLang="zh-CN" sz="9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</a:rPr>
              <a:t>JUnit + Mockito + </a:t>
            </a:r>
            <a:r>
              <a:rPr lang="en-US" altLang="zh-CN" sz="900" dirty="0" err="1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</a:rPr>
              <a:t>AssertJ</a:t>
            </a:r>
            <a:r>
              <a:rPr lang="zh-CN" altLang="en-US" sz="9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</a:rPr>
              <a:t>。</a:t>
            </a:r>
            <a:endParaRPr lang="en-US" sz="900" dirty="0">
              <a:solidFill>
                <a:srgbClr val="666666"/>
              </a:solidFill>
              <a:latin typeface="Microsoft YaHei" pitchFamily="34" charset="0"/>
              <a:ea typeface="Microsoft YaHei" pitchFamily="34" charset="-122"/>
            </a:endParaRPr>
          </a:p>
        </p:txBody>
      </p:sp>
      <p:sp>
        <p:nvSpPr>
          <p:cNvPr id="23" name="Text 18"/>
          <p:cNvSpPr/>
          <p:nvPr/>
        </p:nvSpPr>
        <p:spPr>
          <a:xfrm>
            <a:off x="5329238" y="2638425"/>
            <a:ext cx="2667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AD8E8E"/>
                </a:solidFill>
                <a:effectLst/>
                <a:uLnTx/>
                <a:uFillTx/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 19"/>
          <p:cNvSpPr/>
          <p:nvPr/>
        </p:nvSpPr>
        <p:spPr>
          <a:xfrm>
            <a:off x="4648200" y="3028950"/>
            <a:ext cx="1628775" cy="25241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ts val="1688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" pitchFamily="34" charset="0"/>
                <a:ea typeface="Microsoft YaHei" pitchFamily="34" charset="-122"/>
                <a:cs typeface="+mn-cs"/>
              </a:rPr>
              <a:t>集成测试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0"/>
          <p:cNvSpPr/>
          <p:nvPr/>
        </p:nvSpPr>
        <p:spPr>
          <a:xfrm>
            <a:off x="4648200" y="3319463"/>
            <a:ext cx="1628775" cy="2476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ts val="165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9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</a:rPr>
              <a:t>测试业务接口，生成测试文档。</a:t>
            </a:r>
            <a:endParaRPr lang="en-US" sz="900" dirty="0">
              <a:solidFill>
                <a:srgbClr val="666666"/>
              </a:solidFill>
              <a:latin typeface="Microsoft YaHei" pitchFamily="34" charset="0"/>
              <a:ea typeface="Microsoft YaHei" pitchFamily="34" charset="-122"/>
            </a:endParaRPr>
          </a:p>
        </p:txBody>
      </p:sp>
      <p:sp>
        <p:nvSpPr>
          <p:cNvPr id="26" name="Text 21"/>
          <p:cNvSpPr/>
          <p:nvPr/>
        </p:nvSpPr>
        <p:spPr>
          <a:xfrm>
            <a:off x="3548062" y="2638425"/>
            <a:ext cx="2667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95A5BD"/>
                </a:solidFill>
                <a:effectLst/>
                <a:uLnTx/>
                <a:uFillTx/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2"/>
          <p:cNvSpPr/>
          <p:nvPr/>
        </p:nvSpPr>
        <p:spPr>
          <a:xfrm>
            <a:off x="2867025" y="3028950"/>
            <a:ext cx="1628775" cy="25241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ts val="1688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2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CI/CD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ext 23"/>
          <p:cNvSpPr/>
          <p:nvPr/>
        </p:nvSpPr>
        <p:spPr>
          <a:xfrm>
            <a:off x="2943225" y="3209925"/>
            <a:ext cx="1628775" cy="566737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lvl="0" algn="ctr">
              <a:lnSpc>
                <a:spcPts val="1650"/>
              </a:lnSpc>
            </a:pPr>
            <a:r>
              <a:rPr lang="zh-CN" altLang="en-US" sz="8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</a:rPr>
              <a:t>搭建</a:t>
            </a:r>
            <a:r>
              <a:rPr lang="en-US" altLang="zh-CN" sz="8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</a:rPr>
              <a:t>Azure DevOps</a:t>
            </a:r>
            <a:r>
              <a:rPr lang="zh-CN" altLang="en-US" sz="8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</a:rPr>
              <a:t>流水线 </a:t>
            </a:r>
            <a:br>
              <a:rPr lang="en-US" altLang="zh-CN" sz="8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</a:rPr>
            </a:br>
            <a:r>
              <a:rPr lang="zh-CN" altLang="en-US" sz="8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</a:rPr>
              <a:t>打通编译→扫描→→</a:t>
            </a:r>
            <a:r>
              <a:rPr lang="en-US" altLang="zh-CN" sz="8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</a:rPr>
              <a:t>AKS</a:t>
            </a:r>
            <a:r>
              <a:rPr lang="zh-CN" altLang="en-US" sz="8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</a:rPr>
              <a:t>部署全流程</a:t>
            </a:r>
            <a:endParaRPr lang="en-US" sz="800" dirty="0">
              <a:solidFill>
                <a:srgbClr val="666666"/>
              </a:solidFill>
              <a:latin typeface="Microsoft YaHei" pitchFamily="34" charset="0"/>
              <a:ea typeface="Microsoft YaHei" pitchFamily="34" charset="-122"/>
            </a:endParaRPr>
          </a:p>
        </p:txBody>
      </p:sp>
      <p:sp>
        <p:nvSpPr>
          <p:cNvPr id="29" name="Text 24"/>
          <p:cNvSpPr/>
          <p:nvPr/>
        </p:nvSpPr>
        <p:spPr>
          <a:xfrm>
            <a:off x="1766888" y="2638425"/>
            <a:ext cx="2667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AD8E8E"/>
                </a:solidFill>
                <a:effectLst/>
                <a:uLnTx/>
                <a:uFillTx/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5"/>
          <p:cNvSpPr/>
          <p:nvPr/>
        </p:nvSpPr>
        <p:spPr>
          <a:xfrm>
            <a:off x="1085850" y="3028950"/>
            <a:ext cx="1628775" cy="25241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ts val="1688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故障测试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 26"/>
          <p:cNvSpPr/>
          <p:nvPr/>
        </p:nvSpPr>
        <p:spPr>
          <a:xfrm>
            <a:off x="1085849" y="3483386"/>
            <a:ext cx="1628775" cy="2476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lvl="0" algn="ctr">
              <a:lnSpc>
                <a:spcPts val="1650"/>
              </a:lnSpc>
            </a:pPr>
            <a:r>
              <a:rPr lang="zh-CN" altLang="en-US" sz="8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</a:rPr>
              <a:t>模拟</a:t>
            </a:r>
            <a:r>
              <a:rPr lang="en-US" altLang="zh-CN" sz="8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</a:rPr>
              <a:t>Pod</a:t>
            </a:r>
            <a:r>
              <a:rPr lang="zh-CN" altLang="en-US" sz="8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</a:rPr>
              <a:t>突然崩溃、节点宕机、</a:t>
            </a:r>
            <a:r>
              <a:rPr lang="en-US" altLang="zh-CN" sz="8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</a:rPr>
              <a:t>SQL Server</a:t>
            </a:r>
            <a:r>
              <a:rPr lang="zh-CN" altLang="en-US" sz="8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</a:rPr>
              <a:t>连接中断等场景，确保生产环境遭遇真实故障时系统具备自愈能力。</a:t>
            </a:r>
            <a:endParaRPr lang="en-US" sz="800" dirty="0">
              <a:solidFill>
                <a:srgbClr val="666666"/>
              </a:solidFill>
              <a:latin typeface="Microsoft YaHei" pitchFamily="34" charset="0"/>
              <a:ea typeface="Microsoft YaHei" pitchFamily="34" charset="-122"/>
            </a:endParaRPr>
          </a:p>
        </p:txBody>
      </p:sp>
      <p:pic>
        <p:nvPicPr>
          <p:cNvPr id="33" name="图片 32">
            <a:extLst>
              <a:ext uri="{FF2B5EF4-FFF2-40B4-BE49-F238E27FC236}">
                <a16:creationId xmlns:a16="http://schemas.microsoft.com/office/drawing/2014/main" id="{F2DF8758-F38E-CEF9-7A00-CB828CB42AE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92429" y="80411"/>
            <a:ext cx="958214" cy="538714"/>
          </a:xfrm>
          <a:prstGeom prst="rect">
            <a:avLst/>
          </a:prstGeom>
        </p:spPr>
      </p:pic>
      <p:sp>
        <p:nvSpPr>
          <p:cNvPr id="34" name="文本框 33">
            <a:extLst>
              <a:ext uri="{FF2B5EF4-FFF2-40B4-BE49-F238E27FC236}">
                <a16:creationId xmlns:a16="http://schemas.microsoft.com/office/drawing/2014/main" id="{3BE8CA9A-9F19-3553-374D-C81036F91C22}"/>
              </a:ext>
            </a:extLst>
          </p:cNvPr>
          <p:cNvSpPr txBox="1"/>
          <p:nvPr/>
        </p:nvSpPr>
        <p:spPr>
          <a:xfrm>
            <a:off x="6903826" y="4572517"/>
            <a:ext cx="371834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dirty="0"/>
              <a:t>Information Classification: Limited Access</a:t>
            </a:r>
            <a:endParaRPr lang="zh-CN" altLang="en-US" sz="900" dirty="0"/>
          </a:p>
        </p:txBody>
      </p:sp>
      <p:grpSp>
        <p:nvGrpSpPr>
          <p:cNvPr id="39" name="组合 38">
            <a:extLst>
              <a:ext uri="{FF2B5EF4-FFF2-40B4-BE49-F238E27FC236}">
                <a16:creationId xmlns:a16="http://schemas.microsoft.com/office/drawing/2014/main" id="{6EEDA197-BCBE-62E5-6C64-2E5E7A13D6B2}"/>
              </a:ext>
            </a:extLst>
          </p:cNvPr>
          <p:cNvGrpSpPr/>
          <p:nvPr/>
        </p:nvGrpSpPr>
        <p:grpSpPr>
          <a:xfrm>
            <a:off x="338637" y="285750"/>
            <a:ext cx="8344854" cy="400050"/>
            <a:chOff x="338637" y="285750"/>
            <a:chExt cx="8344854" cy="400050"/>
          </a:xfrm>
        </p:grpSpPr>
        <p:sp>
          <p:nvSpPr>
            <p:cNvPr id="40" name="Text 1">
              <a:extLst>
                <a:ext uri="{FF2B5EF4-FFF2-40B4-BE49-F238E27FC236}">
                  <a16:creationId xmlns:a16="http://schemas.microsoft.com/office/drawing/2014/main" id="{53AD9C0C-7C11-2B9E-2B5A-9759047EE95D}"/>
                </a:ext>
              </a:extLst>
            </p:cNvPr>
            <p:cNvSpPr/>
            <p:nvPr/>
          </p:nvSpPr>
          <p:spPr>
            <a:xfrm>
              <a:off x="682491" y="285750"/>
              <a:ext cx="8001000" cy="400050"/>
            </a:xfrm>
            <a:prstGeom prst="rect">
              <a:avLst/>
            </a:prstGeom>
            <a:noFill/>
            <a:ln/>
          </p:spPr>
          <p:txBody>
            <a:bodyPr vert="horz" wrap="square" lIns="0" tIns="0" rIns="0" bIns="0" rtlCol="0" anchor="ctr"/>
            <a:lstStyle/>
            <a:p>
              <a:pPr marL="0" indent="0" algn="l">
                <a:lnSpc>
                  <a:spcPts val="3150"/>
                </a:lnSpc>
                <a:buNone/>
              </a:pPr>
              <a:r>
                <a:rPr lang="zh-CN" altLang="en-US" sz="2250" b="1" dirty="0">
                  <a:solidFill>
                    <a:srgbClr val="000000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高质量交付的实践路径</a:t>
              </a:r>
              <a:endParaRPr lang="en-US" sz="2250" dirty="0"/>
            </a:p>
          </p:txBody>
        </p:sp>
        <p:sp>
          <p:nvSpPr>
            <p:cNvPr id="41" name="Text 3">
              <a:extLst>
                <a:ext uri="{FF2B5EF4-FFF2-40B4-BE49-F238E27FC236}">
                  <a16:creationId xmlns:a16="http://schemas.microsoft.com/office/drawing/2014/main" id="{7B13ECC8-827D-B1D6-C5EC-470207EA992F}"/>
                </a:ext>
              </a:extLst>
            </p:cNvPr>
            <p:cNvSpPr/>
            <p:nvPr/>
          </p:nvSpPr>
          <p:spPr>
            <a:xfrm>
              <a:off x="338637" y="319087"/>
              <a:ext cx="352425" cy="333375"/>
            </a:xfrm>
            <a:prstGeom prst="rect">
              <a:avLst/>
            </a:prstGeom>
            <a:noFill/>
            <a:ln/>
          </p:spPr>
          <p:txBody>
            <a:bodyPr vert="horz" wrap="square" lIns="0" tIns="0" rIns="0" bIns="0" rtlCol="0" anchor="ctr"/>
            <a:lstStyle/>
            <a:p>
              <a:pPr marL="0" indent="0" algn="l">
                <a:lnSpc>
                  <a:spcPts val="3038"/>
                </a:lnSpc>
                <a:buNone/>
              </a:pPr>
              <a:r>
                <a:rPr lang="en-US" sz="1875" b="1" dirty="0">
                  <a:solidFill>
                    <a:srgbClr val="4784CB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03</a:t>
              </a:r>
              <a:endParaRPr lang="en-US" sz="1875" dirty="0"/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5"/>
          <a:srcRect/>
          <a:stretch/>
        </p:blipFill>
        <p:spPr>
          <a:xfrm>
            <a:off x="950854" y="534855"/>
            <a:ext cx="7242292" cy="4073790"/>
          </a:xfrm>
          <a:prstGeom prst="rect">
            <a:avLst/>
          </a:prstGeom>
        </p:spPr>
      </p:pic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16"/>
          <a:srcRect t="3571" b="3571"/>
          <a:stretch/>
        </p:blipFill>
        <p:spPr>
          <a:xfrm>
            <a:off x="0" y="0"/>
            <a:ext cx="9144000" cy="123825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71500" y="742950"/>
            <a:ext cx="8001000" cy="2095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650"/>
              </a:lnSpc>
              <a:buNone/>
            </a:pPr>
            <a:endParaRPr lang="en-US" sz="1200" dirty="0"/>
          </a:p>
        </p:txBody>
      </p:sp>
      <p:pic>
        <p:nvPicPr>
          <p:cNvPr id="22" name="图片 21">
            <a:extLst>
              <a:ext uri="{FF2B5EF4-FFF2-40B4-BE49-F238E27FC236}">
                <a16:creationId xmlns:a16="http://schemas.microsoft.com/office/drawing/2014/main" id="{8D71AA3D-D0CD-7E7B-554C-EC65F50A21BB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992429" y="80411"/>
            <a:ext cx="958214" cy="538714"/>
          </a:xfrm>
          <a:prstGeom prst="rect">
            <a:avLst/>
          </a:prstGeom>
        </p:spPr>
      </p:pic>
      <p:sp>
        <p:nvSpPr>
          <p:cNvPr id="23" name="文本框 22">
            <a:extLst>
              <a:ext uri="{FF2B5EF4-FFF2-40B4-BE49-F238E27FC236}">
                <a16:creationId xmlns:a16="http://schemas.microsoft.com/office/drawing/2014/main" id="{1F19500B-589A-FBAE-6A58-7FE5ECD5D33D}"/>
              </a:ext>
            </a:extLst>
          </p:cNvPr>
          <p:cNvSpPr txBox="1"/>
          <p:nvPr/>
        </p:nvSpPr>
        <p:spPr>
          <a:xfrm>
            <a:off x="6713326" y="4628034"/>
            <a:ext cx="371834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dirty="0"/>
              <a:t>Information Classification: Limited Access</a:t>
            </a:r>
            <a:endParaRPr lang="zh-CN" altLang="en-US" sz="900" dirty="0"/>
          </a:p>
        </p:txBody>
      </p:sp>
      <p:grpSp>
        <p:nvGrpSpPr>
          <p:cNvPr id="26" name="组合 04">
            <a:extLst>
              <a:ext uri="{FF2B5EF4-FFF2-40B4-BE49-F238E27FC236}">
                <a16:creationId xmlns:a16="http://schemas.microsoft.com/office/drawing/2014/main" id="{1B0361E0-4B97-44A5-1235-EBF37DA6FD31}"/>
              </a:ext>
            </a:extLst>
          </p:cNvPr>
          <p:cNvGrpSpPr/>
          <p:nvPr/>
        </p:nvGrpSpPr>
        <p:grpSpPr>
          <a:xfrm>
            <a:off x="6434118" y="1381069"/>
            <a:ext cx="2107358" cy="2795008"/>
            <a:chOff x="8674100" y="1511166"/>
            <a:chExt cx="2891988" cy="3835669"/>
          </a:xfrm>
        </p:grpSpPr>
        <p:sp>
          <p:nvSpPr>
            <p:cNvPr id="48" name="4">
              <a:extLst>
                <a:ext uri="{FF2B5EF4-FFF2-40B4-BE49-F238E27FC236}">
                  <a16:creationId xmlns:a16="http://schemas.microsoft.com/office/drawing/2014/main" id="{1A65D2B1-CC22-8497-2D9E-7A9AFF64B16A}"/>
                </a:ext>
              </a:extLst>
            </p:cNvPr>
            <p:cNvSpPr/>
            <p:nvPr/>
          </p:nvSpPr>
          <p:spPr>
            <a:xfrm>
              <a:off x="8887211" y="3154497"/>
              <a:ext cx="2465767" cy="2192338"/>
            </a:xfrm>
            <a:prstGeom prst="rect">
              <a:avLst/>
            </a:prstGeom>
            <a:solidFill>
              <a:schemeClr val="accent1">
                <a:lumMod val="20000"/>
                <a:lumOff val="80000"/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9" name="4">
              <a:extLst>
                <a:ext uri="{FF2B5EF4-FFF2-40B4-BE49-F238E27FC236}">
                  <a16:creationId xmlns:a16="http://schemas.microsoft.com/office/drawing/2014/main" id="{F4137C64-1654-0F14-1817-CBBCD9D99BC1}"/>
                </a:ext>
              </a:extLst>
            </p:cNvPr>
            <p:cNvSpPr/>
            <p:nvPr/>
          </p:nvSpPr>
          <p:spPr>
            <a:xfrm>
              <a:off x="8674100" y="2337304"/>
              <a:ext cx="2891988" cy="629891"/>
            </a:xfrm>
            <a:prstGeom prst="chevron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0" scaled="1"/>
            </a:gradFill>
            <a:ln>
              <a:noFill/>
            </a:ln>
            <a:effectLst>
              <a:outerShdw blurRad="190500" dist="127000" dir="5400000" algn="t" rotWithShape="0">
                <a:schemeClr val="accent4">
                  <a:lumMod val="75000"/>
                  <a:alpha val="20000"/>
                </a:schemeClr>
              </a:outerShdw>
            </a:effectLst>
          </p:spPr>
          <p:style>
            <a:lnRef idx="2">
              <a:srgbClr val="F84949">
                <a:shade val="50000"/>
              </a:srgbClr>
            </a:lnRef>
            <a:fillRef idx="1">
              <a:srgbClr val="F84949"/>
            </a:fillRef>
            <a:effectRef idx="0">
              <a:srgbClr val="F84949"/>
            </a:effectRef>
            <a:fontRef idx="minor">
              <a:srgbClr val="FFFFFF"/>
            </a:fontRef>
          </p:style>
          <p:txBody>
            <a:bodyPr wrap="none" lIns="215900" rtlCol="0" anchor="ctr">
              <a:noAutofit/>
            </a:bodyPr>
            <a:lstStyle>
              <a:defPPr>
                <a:defRPr lang="zh-CN">
                  <a:solidFill>
                    <a:srgbClr val="FFFFFF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spcBef>
                  <a:spcPct val="0"/>
                </a:spcBef>
                <a:spcAft>
                  <a:spcPct val="0"/>
                </a:spcAft>
              </a:pPr>
              <a:endParaRPr lang="zh-CN" altLang="en-US" sz="1600" b="1" cap="all" dirty="0">
                <a:solidFill>
                  <a:srgbClr val="FFFFFF"/>
                </a:solidFill>
                <a:uFillTx/>
                <a:latin typeface="+mn-ea"/>
                <a:cs typeface="+mn-ea"/>
                <a:sym typeface="+mn-ea"/>
              </a:endParaRPr>
            </a:p>
          </p:txBody>
        </p:sp>
        <p:sp>
          <p:nvSpPr>
            <p:cNvPr id="50" name="Index-4">
              <a:extLst>
                <a:ext uri="{FF2B5EF4-FFF2-40B4-BE49-F238E27FC236}">
                  <a16:creationId xmlns:a16="http://schemas.microsoft.com/office/drawing/2014/main" id="{2BC49B53-6AED-BBC7-A020-4BE8CFBA0131}"/>
                </a:ext>
              </a:extLst>
            </p:cNvPr>
            <p:cNvSpPr/>
            <p:nvPr>
              <p:custDataLst>
                <p:tags r:id="rId10"/>
              </p:custDataLst>
            </p:nvPr>
          </p:nvSpPr>
          <p:spPr>
            <a:xfrm>
              <a:off x="9805094" y="1511166"/>
              <a:ext cx="630000" cy="629891"/>
            </a:xfrm>
            <a:prstGeom prst="ellipse">
              <a:avLst/>
            </a:prstGeom>
            <a:solidFill>
              <a:schemeClr val="bg1"/>
            </a:solidFill>
            <a:ln w="38100">
              <a:solidFill>
                <a:schemeClr val="accent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chemeClr val="accent3"/>
                  </a:solidFill>
                </a:rPr>
                <a:t>4</a:t>
              </a:r>
              <a:endParaRPr lang="zh-CN" altLang="en-US" b="1" dirty="0">
                <a:solidFill>
                  <a:schemeClr val="accent3"/>
                </a:solidFill>
              </a:endParaRPr>
            </a:p>
          </p:txBody>
        </p:sp>
        <p:sp>
          <p:nvSpPr>
            <p:cNvPr id="51" name="Body-4">
              <a:extLst>
                <a:ext uri="{FF2B5EF4-FFF2-40B4-BE49-F238E27FC236}">
                  <a16:creationId xmlns:a16="http://schemas.microsoft.com/office/drawing/2014/main" id="{D0103A65-3E4D-6B11-A4BC-69300604F638}"/>
                </a:ext>
              </a:extLst>
            </p:cNvPr>
            <p:cNvSpPr/>
            <p:nvPr>
              <p:custDataLst>
                <p:tags r:id="rId11"/>
              </p:custDataLst>
            </p:nvPr>
          </p:nvSpPr>
          <p:spPr>
            <a:xfrm>
              <a:off x="8952496" y="3743227"/>
              <a:ext cx="2335196" cy="1299243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108000" rIns="108000" bIns="108000" rtlCol="0" anchor="t" anchorCtr="0"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3765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100000"/>
                <a:buFontTx/>
                <a:buNone/>
                <a:defRPr/>
              </a:pPr>
              <a:r>
                <a:rPr kumimoji="0" lang="zh-CN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effectLst/>
                  <a:uLnTx/>
                  <a:uFillTx/>
                  <a:latin typeface="+mn-ea"/>
                </a:rPr>
                <a:t>模拟</a:t>
              </a:r>
              <a:r>
                <a:rPr lang="en-US" altLang="zh-CN" sz="12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ea"/>
                </a:rPr>
                <a:t>pod</a:t>
              </a:r>
              <a:r>
                <a:rPr lang="zh-CN" alt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ea"/>
                </a:rPr>
                <a:t>故障，节点下线，数据库连接中断，</a:t>
              </a:r>
              <a:r>
                <a:rPr lang="en-US" altLang="zh-CN" sz="12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ea"/>
                </a:rPr>
                <a:t>CPU</a:t>
              </a:r>
              <a:r>
                <a:rPr lang="zh-CN" alt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ea"/>
                </a:rPr>
                <a:t>飙升，验证系统高可用与风险预警</a:t>
              </a:r>
              <a:endParaRPr kumimoji="0" lang="en-GB" altLang="zh-CN" sz="12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+mn-ea"/>
              </a:endParaRPr>
            </a:p>
          </p:txBody>
        </p:sp>
        <p:sp>
          <p:nvSpPr>
            <p:cNvPr id="52" name="Title-4">
              <a:extLst>
                <a:ext uri="{FF2B5EF4-FFF2-40B4-BE49-F238E27FC236}">
                  <a16:creationId xmlns:a16="http://schemas.microsoft.com/office/drawing/2014/main" id="{A3CF8762-B16F-718C-E115-2B1DC722AC21}"/>
                </a:ext>
              </a:extLst>
            </p:cNvPr>
            <p:cNvSpPr/>
            <p:nvPr>
              <p:custDataLst>
                <p:tags r:id="rId12"/>
              </p:custDataLst>
            </p:nvPr>
          </p:nvSpPr>
          <p:spPr>
            <a:xfrm>
              <a:off x="9011197" y="3394169"/>
              <a:ext cx="2217795" cy="307783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108000" rIns="108000" bIns="108000" rtlCol="0" anchor="ctr" anchorCtr="0"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1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zh-CN" altLang="en-US" b="1" dirty="0">
                  <a:solidFill>
                    <a:schemeClr val="accent3"/>
                  </a:solidFill>
                  <a:latin typeface="+mj-ea"/>
                  <a:ea typeface="+mj-ea"/>
                  <a:sym typeface="Arial" panose="020B0604020202020204" pitchFamily="34" charset="0"/>
                </a:rPr>
                <a:t>故障演练</a:t>
              </a:r>
              <a:endParaRPr kumimoji="0" lang="en-US" altLang="zh-CN" b="1" i="0" u="none" strike="noStrike" kern="1200" cap="none" spc="0" normalizeH="0" baseline="0" noProof="0" dirty="0">
                <a:ln>
                  <a:noFill/>
                </a:ln>
                <a:solidFill>
                  <a:schemeClr val="accent3"/>
                </a:solidFill>
                <a:effectLst/>
                <a:uLnTx/>
                <a:uFillTx/>
                <a:latin typeface="+mj-ea"/>
                <a:ea typeface="+mj-ea"/>
                <a:sym typeface="Arial" panose="020B0604020202020204" pitchFamily="34" charset="0"/>
              </a:endParaRPr>
            </a:p>
          </p:txBody>
        </p:sp>
        <p:pic>
          <p:nvPicPr>
            <p:cNvPr id="53" name="4" descr="靶心">
              <a:extLst>
                <a:ext uri="{FF2B5EF4-FFF2-40B4-BE49-F238E27FC236}">
                  <a16:creationId xmlns:a16="http://schemas.microsoft.com/office/drawing/2014/main" id="{AE920588-B8BE-171C-D324-B138C3BDA836}"/>
                </a:ext>
              </a:extLst>
            </p:cNvPr>
            <p:cNvPicPr>
              <a:picLocks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9904094" y="2436249"/>
              <a:ext cx="432000" cy="432000"/>
            </a:xfrm>
            <a:prstGeom prst="rect">
              <a:avLst/>
            </a:prstGeom>
          </p:spPr>
        </p:pic>
      </p:grpSp>
      <p:grpSp>
        <p:nvGrpSpPr>
          <p:cNvPr id="27" name="组合 03">
            <a:extLst>
              <a:ext uri="{FF2B5EF4-FFF2-40B4-BE49-F238E27FC236}">
                <a16:creationId xmlns:a16="http://schemas.microsoft.com/office/drawing/2014/main" id="{2DC5AF3A-5663-5CC0-E7AF-80F9D5221A0D}"/>
              </a:ext>
            </a:extLst>
          </p:cNvPr>
          <p:cNvGrpSpPr/>
          <p:nvPr/>
        </p:nvGrpSpPr>
        <p:grpSpPr>
          <a:xfrm>
            <a:off x="4490253" y="1381069"/>
            <a:ext cx="2107358" cy="2795008"/>
            <a:chOff x="6006478" y="1511166"/>
            <a:chExt cx="2891988" cy="3835669"/>
          </a:xfrm>
        </p:grpSpPr>
        <p:sp>
          <p:nvSpPr>
            <p:cNvPr id="42" name="3">
              <a:extLst>
                <a:ext uri="{FF2B5EF4-FFF2-40B4-BE49-F238E27FC236}">
                  <a16:creationId xmlns:a16="http://schemas.microsoft.com/office/drawing/2014/main" id="{58EE5885-B0EB-FDCE-1360-40E29B263A06}"/>
                </a:ext>
              </a:extLst>
            </p:cNvPr>
            <p:cNvSpPr/>
            <p:nvPr/>
          </p:nvSpPr>
          <p:spPr>
            <a:xfrm>
              <a:off x="6219589" y="3154497"/>
              <a:ext cx="2465767" cy="2192338"/>
            </a:xfrm>
            <a:prstGeom prst="rect">
              <a:avLst/>
            </a:prstGeom>
            <a:solidFill>
              <a:schemeClr val="accent1">
                <a:lumMod val="20000"/>
                <a:lumOff val="80000"/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3" name="3">
              <a:extLst>
                <a:ext uri="{FF2B5EF4-FFF2-40B4-BE49-F238E27FC236}">
                  <a16:creationId xmlns:a16="http://schemas.microsoft.com/office/drawing/2014/main" id="{AA85E7DE-EEA9-F6CC-780B-DD43E18A0C9E}"/>
                </a:ext>
              </a:extLst>
            </p:cNvPr>
            <p:cNvSpPr/>
            <p:nvPr/>
          </p:nvSpPr>
          <p:spPr>
            <a:xfrm>
              <a:off x="6006478" y="2337304"/>
              <a:ext cx="2891988" cy="629891"/>
            </a:xfrm>
            <a:prstGeom prst="chevron">
              <a:avLst/>
            </a:prstGeom>
            <a:gradFill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0" scaled="1"/>
            </a:gradFill>
            <a:ln>
              <a:noFill/>
            </a:ln>
            <a:effectLst>
              <a:outerShdw blurRad="190500" dist="127000" dir="5400000" algn="t" rotWithShape="0">
                <a:schemeClr val="accent4">
                  <a:lumMod val="75000"/>
                  <a:alpha val="20000"/>
                </a:schemeClr>
              </a:outerShdw>
            </a:effectLst>
          </p:spPr>
          <p:style>
            <a:lnRef idx="2">
              <a:srgbClr val="F84949">
                <a:shade val="50000"/>
              </a:srgbClr>
            </a:lnRef>
            <a:fillRef idx="1">
              <a:srgbClr val="F84949"/>
            </a:fillRef>
            <a:effectRef idx="0">
              <a:srgbClr val="F84949"/>
            </a:effectRef>
            <a:fontRef idx="minor">
              <a:srgbClr val="FFFFFF"/>
            </a:fontRef>
          </p:style>
          <p:txBody>
            <a:bodyPr wrap="none" lIns="215900" rtlCol="0" anchor="ctr">
              <a:noAutofit/>
            </a:bodyPr>
            <a:lstStyle>
              <a:defPPr>
                <a:defRPr lang="zh-CN">
                  <a:solidFill>
                    <a:srgbClr val="FFFFFF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spcBef>
                  <a:spcPct val="0"/>
                </a:spcBef>
                <a:spcAft>
                  <a:spcPct val="0"/>
                </a:spcAft>
              </a:pPr>
              <a:endParaRPr lang="zh-CN" altLang="en-US" sz="1600" b="1" cap="all" dirty="0">
                <a:solidFill>
                  <a:srgbClr val="FFFFFF"/>
                </a:solidFill>
                <a:uFillTx/>
                <a:latin typeface="+mn-ea"/>
                <a:cs typeface="+mn-ea"/>
                <a:sym typeface="+mn-ea"/>
              </a:endParaRPr>
            </a:p>
          </p:txBody>
        </p:sp>
        <p:sp>
          <p:nvSpPr>
            <p:cNvPr id="44" name="Index-3">
              <a:extLst>
                <a:ext uri="{FF2B5EF4-FFF2-40B4-BE49-F238E27FC236}">
                  <a16:creationId xmlns:a16="http://schemas.microsoft.com/office/drawing/2014/main" id="{3DFD0355-FA83-E1D8-C034-BECAE216EDDB}"/>
                </a:ext>
              </a:extLst>
            </p:cNvPr>
            <p:cNvSpPr/>
            <p:nvPr>
              <p:custDataLst>
                <p:tags r:id="rId7"/>
              </p:custDataLst>
            </p:nvPr>
          </p:nvSpPr>
          <p:spPr>
            <a:xfrm>
              <a:off x="7137472" y="1511166"/>
              <a:ext cx="630000" cy="629891"/>
            </a:xfrm>
            <a:prstGeom prst="ellipse">
              <a:avLst/>
            </a:prstGeom>
            <a:solidFill>
              <a:schemeClr val="bg1"/>
            </a:solidFill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chemeClr val="accent2"/>
                  </a:solidFill>
                </a:rPr>
                <a:t>3</a:t>
              </a:r>
              <a:endParaRPr lang="zh-CN" altLang="en-US" b="1" dirty="0">
                <a:solidFill>
                  <a:schemeClr val="accent2"/>
                </a:solidFill>
              </a:endParaRPr>
            </a:p>
          </p:txBody>
        </p:sp>
        <p:sp>
          <p:nvSpPr>
            <p:cNvPr id="45" name="Body-3">
              <a:extLst>
                <a:ext uri="{FF2B5EF4-FFF2-40B4-BE49-F238E27FC236}">
                  <a16:creationId xmlns:a16="http://schemas.microsoft.com/office/drawing/2014/main" id="{26CE2382-2EB1-8C62-F19D-BB65F72D6626}"/>
                </a:ext>
              </a:extLst>
            </p:cNvPr>
            <p:cNvSpPr/>
            <p:nvPr>
              <p:custDataLst>
                <p:tags r:id="rId8"/>
              </p:custDataLst>
            </p:nvPr>
          </p:nvSpPr>
          <p:spPr>
            <a:xfrm>
              <a:off x="6284874" y="3743227"/>
              <a:ext cx="2335196" cy="1299243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108000" rIns="108000" bIns="108000" rtlCol="0" anchor="t" anchorCtr="0"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3765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100000"/>
                <a:buFontTx/>
                <a:buNone/>
                <a:defRPr/>
              </a:pPr>
              <a:r>
                <a:rPr lang="zh-CN" alt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ea"/>
                </a:rPr>
                <a:t>搭建结构化日志</a:t>
              </a:r>
              <a:r>
                <a:rPr lang="en-US" altLang="zh-CN" sz="12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ea"/>
                </a:rPr>
                <a:t>+</a:t>
              </a:r>
              <a:r>
                <a:rPr lang="en-US" altLang="zh-CN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ea"/>
                </a:rPr>
                <a:t>TraceId</a:t>
              </a:r>
              <a:r>
                <a:rPr lang="zh-CN" alt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ea"/>
                </a:rPr>
                <a:t>追责体系，让数据链路全程可查</a:t>
              </a:r>
              <a:endParaRPr kumimoji="0" lang="en-GB" altLang="zh-CN" sz="12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+mn-ea"/>
              </a:endParaRPr>
            </a:p>
          </p:txBody>
        </p:sp>
        <p:sp>
          <p:nvSpPr>
            <p:cNvPr id="46" name="Title-3">
              <a:extLst>
                <a:ext uri="{FF2B5EF4-FFF2-40B4-BE49-F238E27FC236}">
                  <a16:creationId xmlns:a16="http://schemas.microsoft.com/office/drawing/2014/main" id="{4B7217BD-B7DC-6A3B-55A0-1843B19F4668}"/>
                </a:ext>
              </a:extLst>
            </p:cNvPr>
            <p:cNvSpPr/>
            <p:nvPr>
              <p:custDataLst>
                <p:tags r:id="rId9"/>
              </p:custDataLst>
            </p:nvPr>
          </p:nvSpPr>
          <p:spPr>
            <a:xfrm>
              <a:off x="6343575" y="3394169"/>
              <a:ext cx="2217795" cy="307783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108000" rIns="108000" bIns="108000" rtlCol="0" anchor="ctr" anchorCtr="0"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1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b="1" i="0" u="none" strike="noStrike" kern="1200" cap="none" spc="0" normalizeH="0" baseline="0" noProof="0" dirty="0">
                  <a:ln>
                    <a:noFill/>
                  </a:ln>
                  <a:solidFill>
                    <a:schemeClr val="accent2"/>
                  </a:solidFill>
                  <a:effectLst/>
                  <a:uLnTx/>
                  <a:uFillTx/>
                  <a:latin typeface="+mj-ea"/>
                  <a:ea typeface="+mj-ea"/>
                  <a:sym typeface="Arial" panose="020B0604020202020204" pitchFamily="34" charset="0"/>
                </a:rPr>
                <a:t>全链路可观测</a:t>
              </a:r>
              <a:endParaRPr kumimoji="0" lang="en-US" altLang="zh-CN" b="1" i="0" u="none" strike="noStrike" kern="120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+mj-ea"/>
                <a:ea typeface="+mj-ea"/>
                <a:sym typeface="Arial" panose="020B0604020202020204" pitchFamily="34" charset="0"/>
              </a:endParaRPr>
            </a:p>
          </p:txBody>
        </p:sp>
        <p:pic>
          <p:nvPicPr>
            <p:cNvPr id="47" name="3" descr="目标">
              <a:extLst>
                <a:ext uri="{FF2B5EF4-FFF2-40B4-BE49-F238E27FC236}">
                  <a16:creationId xmlns:a16="http://schemas.microsoft.com/office/drawing/2014/main" id="{C614DA23-36C4-43BD-64FD-3D67CD692A0C}"/>
                </a:ext>
              </a:extLst>
            </p:cNvPr>
            <p:cNvPicPr>
              <a:picLocks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7236472" y="2436249"/>
              <a:ext cx="432000" cy="432000"/>
            </a:xfrm>
            <a:prstGeom prst="rect">
              <a:avLst/>
            </a:prstGeom>
          </p:spPr>
        </p:pic>
      </p:grpSp>
      <p:grpSp>
        <p:nvGrpSpPr>
          <p:cNvPr id="28" name="组合 02">
            <a:extLst>
              <a:ext uri="{FF2B5EF4-FFF2-40B4-BE49-F238E27FC236}">
                <a16:creationId xmlns:a16="http://schemas.microsoft.com/office/drawing/2014/main" id="{A32B89CC-41EC-55E6-B2C2-570838A57204}"/>
              </a:ext>
            </a:extLst>
          </p:cNvPr>
          <p:cNvGrpSpPr/>
          <p:nvPr/>
        </p:nvGrpSpPr>
        <p:grpSpPr>
          <a:xfrm>
            <a:off x="2546388" y="1381069"/>
            <a:ext cx="2107358" cy="2795008"/>
            <a:chOff x="3338857" y="1511166"/>
            <a:chExt cx="2891988" cy="3835669"/>
          </a:xfrm>
        </p:grpSpPr>
        <p:sp>
          <p:nvSpPr>
            <p:cNvPr id="36" name="2">
              <a:extLst>
                <a:ext uri="{FF2B5EF4-FFF2-40B4-BE49-F238E27FC236}">
                  <a16:creationId xmlns:a16="http://schemas.microsoft.com/office/drawing/2014/main" id="{865D4347-32D9-E9E5-05C5-68C8DC8AD476}"/>
                </a:ext>
              </a:extLst>
            </p:cNvPr>
            <p:cNvSpPr/>
            <p:nvPr/>
          </p:nvSpPr>
          <p:spPr>
            <a:xfrm>
              <a:off x="3551968" y="3154497"/>
              <a:ext cx="2465767" cy="2192338"/>
            </a:xfrm>
            <a:prstGeom prst="rect">
              <a:avLst/>
            </a:prstGeom>
            <a:solidFill>
              <a:schemeClr val="accent1">
                <a:lumMod val="20000"/>
                <a:lumOff val="80000"/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7" name="2">
              <a:extLst>
                <a:ext uri="{FF2B5EF4-FFF2-40B4-BE49-F238E27FC236}">
                  <a16:creationId xmlns:a16="http://schemas.microsoft.com/office/drawing/2014/main" id="{21FF61FB-9B32-8B2C-262B-508B98077A3F}"/>
                </a:ext>
              </a:extLst>
            </p:cNvPr>
            <p:cNvSpPr/>
            <p:nvPr/>
          </p:nvSpPr>
          <p:spPr>
            <a:xfrm>
              <a:off x="3338857" y="2337304"/>
              <a:ext cx="2891988" cy="629891"/>
            </a:xfrm>
            <a:prstGeom prst="chevron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0" scaled="1"/>
            </a:gradFill>
            <a:ln>
              <a:noFill/>
            </a:ln>
            <a:effectLst>
              <a:outerShdw blurRad="190500" dist="127000" dir="5400000" algn="t" rotWithShape="0">
                <a:schemeClr val="accent4">
                  <a:lumMod val="75000"/>
                  <a:alpha val="20000"/>
                </a:schemeClr>
              </a:outerShdw>
            </a:effectLst>
          </p:spPr>
          <p:style>
            <a:lnRef idx="2">
              <a:srgbClr val="F84949">
                <a:shade val="50000"/>
              </a:srgbClr>
            </a:lnRef>
            <a:fillRef idx="1">
              <a:srgbClr val="F84949"/>
            </a:fillRef>
            <a:effectRef idx="0">
              <a:srgbClr val="F84949"/>
            </a:effectRef>
            <a:fontRef idx="minor">
              <a:srgbClr val="FFFFFF"/>
            </a:fontRef>
          </p:style>
          <p:txBody>
            <a:bodyPr wrap="none" lIns="215900" rtlCol="0" anchor="ctr">
              <a:noAutofit/>
            </a:bodyPr>
            <a:lstStyle>
              <a:defPPr>
                <a:defRPr lang="zh-CN">
                  <a:solidFill>
                    <a:srgbClr val="FFFFFF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spcBef>
                  <a:spcPct val="0"/>
                </a:spcBef>
                <a:spcAft>
                  <a:spcPct val="0"/>
                </a:spcAft>
              </a:pPr>
              <a:endParaRPr lang="zh-CN" altLang="en-US" sz="1600" b="1" cap="all" dirty="0">
                <a:uFillTx/>
                <a:latin typeface="+mn-ea"/>
                <a:cs typeface="+mn-ea"/>
                <a:sym typeface="+mn-ea"/>
              </a:endParaRPr>
            </a:p>
          </p:txBody>
        </p:sp>
        <p:sp>
          <p:nvSpPr>
            <p:cNvPr id="38" name="Index-2">
              <a:extLst>
                <a:ext uri="{FF2B5EF4-FFF2-40B4-BE49-F238E27FC236}">
                  <a16:creationId xmlns:a16="http://schemas.microsoft.com/office/drawing/2014/main" id="{6517ED12-A442-F3FF-735D-60D7614E2216}"/>
                </a:ext>
              </a:extLst>
            </p:cNvPr>
            <p:cNvSpPr/>
            <p:nvPr>
              <p:custDataLst>
                <p:tags r:id="rId4"/>
              </p:custDataLst>
            </p:nvPr>
          </p:nvSpPr>
          <p:spPr>
            <a:xfrm>
              <a:off x="4469851" y="1511166"/>
              <a:ext cx="630000" cy="629891"/>
            </a:xfrm>
            <a:prstGeom prst="ellipse">
              <a:avLst/>
            </a:prstGeom>
            <a:solidFill>
              <a:schemeClr val="bg1"/>
            </a:solidFill>
            <a:ln w="38100">
              <a:solidFill>
                <a:schemeClr val="accent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chemeClr val="accent3"/>
                  </a:solidFill>
                </a:rPr>
                <a:t>2</a:t>
              </a:r>
              <a:endParaRPr lang="zh-CN" altLang="en-US" b="1" dirty="0">
                <a:solidFill>
                  <a:schemeClr val="accent3"/>
                </a:solidFill>
              </a:endParaRPr>
            </a:p>
          </p:txBody>
        </p:sp>
        <p:sp>
          <p:nvSpPr>
            <p:cNvPr id="39" name="Body-2">
              <a:extLst>
                <a:ext uri="{FF2B5EF4-FFF2-40B4-BE49-F238E27FC236}">
                  <a16:creationId xmlns:a16="http://schemas.microsoft.com/office/drawing/2014/main" id="{9E7EF249-BBE4-959E-59FF-48175CBE770A}"/>
                </a:ext>
              </a:extLst>
            </p:cNvPr>
            <p:cNvSpPr/>
            <p:nvPr>
              <p:custDataLst>
                <p:tags r:id="rId5"/>
              </p:custDataLst>
            </p:nvPr>
          </p:nvSpPr>
          <p:spPr>
            <a:xfrm>
              <a:off x="3617253" y="3743227"/>
              <a:ext cx="2335196" cy="1299243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108000" rIns="108000" bIns="108000" rtlCol="0" anchor="t" anchorCtr="0"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3765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100000"/>
                <a:buFontTx/>
                <a:buNone/>
                <a:defRPr/>
              </a:pPr>
              <a:r>
                <a:rPr lang="zh-CN" alt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ea"/>
                </a:rPr>
                <a:t>配置多可用区部署与</a:t>
              </a:r>
              <a:r>
                <a:rPr lang="en-US" altLang="zh-CN" sz="12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ea"/>
                </a:rPr>
                <a:t>Pod</a:t>
              </a:r>
              <a:r>
                <a:rPr lang="zh-CN" alt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ea"/>
                </a:rPr>
                <a:t>分散策略，利用存活探针实现故障自愈</a:t>
              </a:r>
              <a:endParaRPr kumimoji="0" lang="en-GB" altLang="zh-CN" sz="12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+mn-ea"/>
              </a:endParaRPr>
            </a:p>
          </p:txBody>
        </p:sp>
        <p:sp>
          <p:nvSpPr>
            <p:cNvPr id="40" name="Title-2">
              <a:extLst>
                <a:ext uri="{FF2B5EF4-FFF2-40B4-BE49-F238E27FC236}">
                  <a16:creationId xmlns:a16="http://schemas.microsoft.com/office/drawing/2014/main" id="{76159077-FCC8-ACC9-0693-2D86EA4489A1}"/>
                </a:ext>
              </a:extLst>
            </p:cNvPr>
            <p:cNvSpPr/>
            <p:nvPr>
              <p:custDataLst>
                <p:tags r:id="rId6"/>
              </p:custDataLst>
            </p:nvPr>
          </p:nvSpPr>
          <p:spPr>
            <a:xfrm>
              <a:off x="3675954" y="3394169"/>
              <a:ext cx="2217795" cy="307783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108000" rIns="108000" bIns="108000" rtlCol="0" anchor="ctr" anchorCtr="0"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1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b="1" i="0" u="none" strike="noStrike" kern="1200" cap="none" spc="0" normalizeH="0" baseline="0" noProof="0" dirty="0">
                  <a:ln>
                    <a:noFill/>
                  </a:ln>
                  <a:solidFill>
                    <a:schemeClr val="accent3"/>
                  </a:solidFill>
                  <a:effectLst/>
                  <a:uLnTx/>
                  <a:uFillTx/>
                  <a:latin typeface="+mj-ea"/>
                  <a:ea typeface="+mj-ea"/>
                  <a:sym typeface="Arial" panose="020B0604020202020204" pitchFamily="34" charset="0"/>
                </a:rPr>
                <a:t>高可用加固</a:t>
              </a:r>
              <a:endParaRPr kumimoji="0" lang="en-US" altLang="zh-CN" b="1" i="0" u="none" strike="noStrike" kern="1200" cap="none" spc="0" normalizeH="0" baseline="0" noProof="0" dirty="0">
                <a:ln>
                  <a:noFill/>
                </a:ln>
                <a:solidFill>
                  <a:schemeClr val="accent3"/>
                </a:solidFill>
                <a:effectLst/>
                <a:uLnTx/>
                <a:uFillTx/>
                <a:latin typeface="+mj-ea"/>
                <a:ea typeface="+mj-ea"/>
                <a:sym typeface="Arial" panose="020B0604020202020204" pitchFamily="34" charset="0"/>
              </a:endParaRPr>
            </a:p>
          </p:txBody>
        </p:sp>
        <p:pic>
          <p:nvPicPr>
            <p:cNvPr id="41" name="2" descr="时钟">
              <a:extLst>
                <a:ext uri="{FF2B5EF4-FFF2-40B4-BE49-F238E27FC236}">
                  <a16:creationId xmlns:a16="http://schemas.microsoft.com/office/drawing/2014/main" id="{FBB1DFF5-E8EE-9E4E-8FD3-C6D12BAD0270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4568851" y="2436249"/>
              <a:ext cx="432000" cy="432000"/>
            </a:xfrm>
            <a:prstGeom prst="rect">
              <a:avLst/>
            </a:prstGeom>
          </p:spPr>
        </p:pic>
      </p:grpSp>
      <p:grpSp>
        <p:nvGrpSpPr>
          <p:cNvPr id="29" name="组合 01">
            <a:extLst>
              <a:ext uri="{FF2B5EF4-FFF2-40B4-BE49-F238E27FC236}">
                <a16:creationId xmlns:a16="http://schemas.microsoft.com/office/drawing/2014/main" id="{557365CE-7562-04A1-FBF3-1382E749924F}"/>
              </a:ext>
            </a:extLst>
          </p:cNvPr>
          <p:cNvGrpSpPr/>
          <p:nvPr/>
        </p:nvGrpSpPr>
        <p:grpSpPr>
          <a:xfrm>
            <a:off x="602524" y="1381069"/>
            <a:ext cx="2107358" cy="2795008"/>
            <a:chOff x="671236" y="1511166"/>
            <a:chExt cx="2891988" cy="3835669"/>
          </a:xfrm>
        </p:grpSpPr>
        <p:sp>
          <p:nvSpPr>
            <p:cNvPr id="30" name="1">
              <a:extLst>
                <a:ext uri="{FF2B5EF4-FFF2-40B4-BE49-F238E27FC236}">
                  <a16:creationId xmlns:a16="http://schemas.microsoft.com/office/drawing/2014/main" id="{8D3025F7-7881-89AF-850E-796D0EEFA4F3}"/>
                </a:ext>
              </a:extLst>
            </p:cNvPr>
            <p:cNvSpPr/>
            <p:nvPr/>
          </p:nvSpPr>
          <p:spPr>
            <a:xfrm>
              <a:off x="884347" y="3154497"/>
              <a:ext cx="2465767" cy="2192338"/>
            </a:xfrm>
            <a:prstGeom prst="rect">
              <a:avLst/>
            </a:prstGeom>
            <a:solidFill>
              <a:schemeClr val="accent1">
                <a:lumMod val="20000"/>
                <a:lumOff val="80000"/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1" name="1">
              <a:extLst>
                <a:ext uri="{FF2B5EF4-FFF2-40B4-BE49-F238E27FC236}">
                  <a16:creationId xmlns:a16="http://schemas.microsoft.com/office/drawing/2014/main" id="{E06B8888-FA11-F908-45E3-660A803153BD}"/>
                </a:ext>
              </a:extLst>
            </p:cNvPr>
            <p:cNvSpPr/>
            <p:nvPr/>
          </p:nvSpPr>
          <p:spPr>
            <a:xfrm>
              <a:off x="671236" y="2337304"/>
              <a:ext cx="2891988" cy="629891"/>
            </a:xfrm>
            <a:prstGeom prst="chevron">
              <a:avLst/>
            </a:prstGeom>
            <a:gradFill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0" scaled="1"/>
            </a:gradFill>
            <a:ln>
              <a:noFill/>
            </a:ln>
            <a:effectLst>
              <a:outerShdw blurRad="190500" dist="127000" dir="5400000" algn="t" rotWithShape="0">
                <a:schemeClr val="accent4">
                  <a:lumMod val="75000"/>
                  <a:alpha val="20000"/>
                </a:schemeClr>
              </a:outerShdw>
            </a:effectLst>
          </p:spPr>
          <p:style>
            <a:lnRef idx="2">
              <a:srgbClr val="F84949">
                <a:shade val="50000"/>
              </a:srgbClr>
            </a:lnRef>
            <a:fillRef idx="1">
              <a:srgbClr val="F84949"/>
            </a:fillRef>
            <a:effectRef idx="0">
              <a:srgbClr val="F84949"/>
            </a:effectRef>
            <a:fontRef idx="minor">
              <a:srgbClr val="FFFFFF"/>
            </a:fontRef>
          </p:style>
          <p:txBody>
            <a:bodyPr wrap="none" lIns="215900" rtlCol="0" anchor="ctr">
              <a:noAutofit/>
            </a:bodyPr>
            <a:lstStyle>
              <a:defPPr>
                <a:defRPr lang="zh-CN">
                  <a:solidFill>
                    <a:srgbClr val="FFFFFF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spcBef>
                  <a:spcPct val="0"/>
                </a:spcBef>
                <a:spcAft>
                  <a:spcPct val="0"/>
                </a:spcAft>
              </a:pPr>
              <a:endParaRPr lang="zh-CN" altLang="en-US" sz="1600" b="1" cap="all" dirty="0">
                <a:solidFill>
                  <a:srgbClr val="FFFFFF"/>
                </a:solidFill>
                <a:uFillTx/>
                <a:latin typeface="+mn-ea"/>
                <a:cs typeface="+mn-ea"/>
                <a:sym typeface="+mn-ea"/>
              </a:endParaRPr>
            </a:p>
          </p:txBody>
        </p:sp>
        <p:sp>
          <p:nvSpPr>
            <p:cNvPr id="32" name="Index-1">
              <a:extLst>
                <a:ext uri="{FF2B5EF4-FFF2-40B4-BE49-F238E27FC236}">
                  <a16:creationId xmlns:a16="http://schemas.microsoft.com/office/drawing/2014/main" id="{943A6992-66CE-A6AF-0015-CE0A0C34C92D}"/>
                </a:ext>
              </a:extLst>
            </p:cNvPr>
            <p:cNvSpPr/>
            <p:nvPr>
              <p:custDataLst>
                <p:tags r:id="rId1"/>
              </p:custDataLst>
            </p:nvPr>
          </p:nvSpPr>
          <p:spPr>
            <a:xfrm>
              <a:off x="1802230" y="1511166"/>
              <a:ext cx="630000" cy="629891"/>
            </a:xfrm>
            <a:prstGeom prst="ellipse">
              <a:avLst/>
            </a:prstGeom>
            <a:solidFill>
              <a:schemeClr val="bg1"/>
            </a:solidFill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chemeClr val="accent2"/>
                  </a:solidFill>
                </a:rPr>
                <a:t>1</a:t>
              </a:r>
              <a:endParaRPr lang="zh-CN" altLang="en-US" b="1" dirty="0">
                <a:solidFill>
                  <a:schemeClr val="accent2"/>
                </a:solidFill>
              </a:endParaRPr>
            </a:p>
          </p:txBody>
        </p:sp>
        <p:sp>
          <p:nvSpPr>
            <p:cNvPr id="33" name="Body-1">
              <a:extLst>
                <a:ext uri="{FF2B5EF4-FFF2-40B4-BE49-F238E27FC236}">
                  <a16:creationId xmlns:a16="http://schemas.microsoft.com/office/drawing/2014/main" id="{E05BDD0B-31C2-6BAB-418A-1EA2336B1275}"/>
                </a:ext>
              </a:extLst>
            </p:cNvPr>
            <p:cNvSpPr/>
            <p:nvPr>
              <p:custDataLst>
                <p:tags r:id="rId2"/>
              </p:custDataLst>
            </p:nvPr>
          </p:nvSpPr>
          <p:spPr>
            <a:xfrm>
              <a:off x="949632" y="3743227"/>
              <a:ext cx="2335196" cy="1299243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108000" rIns="108000" bIns="108000" rtlCol="0" anchor="t" anchorCtr="0"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 algn="ctr" defTabSz="913765">
                <a:lnSpc>
                  <a:spcPct val="120000"/>
                </a:lnSpc>
                <a:buSzPct val="100000"/>
                <a:defRPr/>
              </a:pPr>
              <a:r>
                <a:rPr lang="zh-CN" alt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ea"/>
                </a:rPr>
                <a:t>自学并落地</a:t>
              </a:r>
              <a:r>
                <a:rPr lang="en-US" altLang="zh-CN" sz="12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ea"/>
                </a:rPr>
                <a:t>AKS</a:t>
              </a:r>
              <a:r>
                <a:rPr lang="zh-CN" alt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ea"/>
                </a:rPr>
                <a:t>平台，配置</a:t>
              </a:r>
              <a:r>
                <a:rPr lang="en-US" altLang="zh-CN" sz="12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ea"/>
                </a:rPr>
                <a:t>Pipeline</a:t>
              </a:r>
              <a:r>
                <a:rPr lang="zh-CN" alt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ea"/>
                </a:rPr>
                <a:t>，实现</a:t>
              </a:r>
              <a:r>
                <a:rPr lang="en-US" altLang="zh-CN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ea"/>
                </a:rPr>
                <a:t>ConfigMap+KeyVault</a:t>
              </a:r>
              <a:r>
                <a:rPr lang="zh-CN" alt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ea"/>
                </a:rPr>
                <a:t>密钥管理</a:t>
              </a:r>
              <a:endParaRPr lang="en-GB" altLang="zh-CN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endParaRPr>
            </a:p>
          </p:txBody>
        </p:sp>
        <p:sp>
          <p:nvSpPr>
            <p:cNvPr id="34" name="Title-1">
              <a:extLst>
                <a:ext uri="{FF2B5EF4-FFF2-40B4-BE49-F238E27FC236}">
                  <a16:creationId xmlns:a16="http://schemas.microsoft.com/office/drawing/2014/main" id="{5757EFFC-A6E5-5688-4292-B222FA9ABE5F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1008333" y="3394169"/>
              <a:ext cx="2217795" cy="307783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108000" rIns="108000" bIns="108000" rtlCol="0" anchor="ctr" anchorCtr="0"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1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zh-CN" altLang="en-US" b="1" dirty="0">
                  <a:solidFill>
                    <a:schemeClr val="accent2"/>
                  </a:solidFill>
                  <a:latin typeface="+mj-ea"/>
                  <a:ea typeface="+mj-ea"/>
                  <a:sym typeface="Arial" panose="020B0604020202020204" pitchFamily="34" charset="0"/>
                </a:rPr>
                <a:t>零基础部署</a:t>
              </a:r>
              <a:endParaRPr kumimoji="0" lang="en-US" altLang="zh-CN" b="1" i="0" u="none" strike="noStrike" kern="120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+mj-ea"/>
                <a:ea typeface="+mj-ea"/>
                <a:sym typeface="Arial" panose="020B0604020202020204" pitchFamily="34" charset="0"/>
              </a:endParaRPr>
            </a:p>
          </p:txBody>
        </p:sp>
        <p:pic>
          <p:nvPicPr>
            <p:cNvPr id="35" name="1" descr="秒表">
              <a:extLst>
                <a:ext uri="{FF2B5EF4-FFF2-40B4-BE49-F238E27FC236}">
                  <a16:creationId xmlns:a16="http://schemas.microsoft.com/office/drawing/2014/main" id="{079128AA-F016-8A0C-0751-958B9FEE64E1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1901230" y="2436249"/>
              <a:ext cx="432000" cy="432000"/>
            </a:xfrm>
            <a:prstGeom prst="rect">
              <a:avLst/>
            </a:prstGeom>
          </p:spPr>
        </p:pic>
      </p:grpSp>
      <p:grpSp>
        <p:nvGrpSpPr>
          <p:cNvPr id="7" name="组合 6">
            <a:extLst>
              <a:ext uri="{FF2B5EF4-FFF2-40B4-BE49-F238E27FC236}">
                <a16:creationId xmlns:a16="http://schemas.microsoft.com/office/drawing/2014/main" id="{94386C47-E0C4-F702-B50F-446D4C7E518B}"/>
              </a:ext>
            </a:extLst>
          </p:cNvPr>
          <p:cNvGrpSpPr/>
          <p:nvPr/>
        </p:nvGrpSpPr>
        <p:grpSpPr>
          <a:xfrm>
            <a:off x="338637" y="285750"/>
            <a:ext cx="8344854" cy="400050"/>
            <a:chOff x="338637" y="285750"/>
            <a:chExt cx="8344854" cy="400050"/>
          </a:xfrm>
        </p:grpSpPr>
        <p:sp>
          <p:nvSpPr>
            <p:cNvPr id="8" name="Text 1">
              <a:extLst>
                <a:ext uri="{FF2B5EF4-FFF2-40B4-BE49-F238E27FC236}">
                  <a16:creationId xmlns:a16="http://schemas.microsoft.com/office/drawing/2014/main" id="{7F8E0988-712C-DCF7-6EC9-5EA798F9E278}"/>
                </a:ext>
              </a:extLst>
            </p:cNvPr>
            <p:cNvSpPr/>
            <p:nvPr/>
          </p:nvSpPr>
          <p:spPr>
            <a:xfrm>
              <a:off x="682491" y="285750"/>
              <a:ext cx="8001000" cy="400050"/>
            </a:xfrm>
            <a:prstGeom prst="rect">
              <a:avLst/>
            </a:prstGeom>
            <a:noFill/>
            <a:ln/>
          </p:spPr>
          <p:txBody>
            <a:bodyPr vert="horz" wrap="square" lIns="0" tIns="0" rIns="0" bIns="0" rtlCol="0" anchor="ctr"/>
            <a:lstStyle/>
            <a:p>
              <a:pPr marL="0" indent="0" algn="l">
                <a:lnSpc>
                  <a:spcPts val="3150"/>
                </a:lnSpc>
                <a:buNone/>
              </a:pPr>
              <a:r>
                <a:rPr lang="zh-CN" altLang="en-US" sz="2250" b="1" dirty="0">
                  <a:solidFill>
                    <a:srgbClr val="000000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技术好奇心与执行力</a:t>
              </a:r>
              <a:endParaRPr lang="en-US" sz="2250" dirty="0"/>
            </a:p>
          </p:txBody>
        </p:sp>
        <p:sp>
          <p:nvSpPr>
            <p:cNvPr id="9" name="Text 3">
              <a:extLst>
                <a:ext uri="{FF2B5EF4-FFF2-40B4-BE49-F238E27FC236}">
                  <a16:creationId xmlns:a16="http://schemas.microsoft.com/office/drawing/2014/main" id="{08929270-EDDE-5E37-E0C3-2412500886A6}"/>
                </a:ext>
              </a:extLst>
            </p:cNvPr>
            <p:cNvSpPr/>
            <p:nvPr/>
          </p:nvSpPr>
          <p:spPr>
            <a:xfrm>
              <a:off x="338637" y="319087"/>
              <a:ext cx="352425" cy="333375"/>
            </a:xfrm>
            <a:prstGeom prst="rect">
              <a:avLst/>
            </a:prstGeom>
            <a:noFill/>
            <a:ln/>
          </p:spPr>
          <p:txBody>
            <a:bodyPr vert="horz" wrap="square" lIns="0" tIns="0" rIns="0" bIns="0" rtlCol="0" anchor="ctr"/>
            <a:lstStyle/>
            <a:p>
              <a:pPr marL="0" indent="0" algn="l">
                <a:lnSpc>
                  <a:spcPts val="3038"/>
                </a:lnSpc>
                <a:buNone/>
              </a:pPr>
              <a:r>
                <a:rPr lang="en-US" sz="1875" b="1" dirty="0">
                  <a:solidFill>
                    <a:srgbClr val="4784CB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04</a:t>
              </a:r>
              <a:endParaRPr lang="en-US" sz="1875" dirty="0"/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E21383-6EA0-D481-7F18-D5945B7540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BBBA20C-A38E-F81F-FCB3-7884F9D3A639}"/>
              </a:ext>
            </a:extLst>
          </p:cNvPr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3" name="Image 0" descr="preencoded.png">
            <a:extLst>
              <a:ext uri="{FF2B5EF4-FFF2-40B4-BE49-F238E27FC236}">
                <a16:creationId xmlns:a16="http://schemas.microsoft.com/office/drawing/2014/main" id="{BC5BA574-331B-19D2-CC1D-DE7D4556DDD1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4" name="Image 1" descr="preencoded.png">
            <a:extLst>
              <a:ext uri="{FF2B5EF4-FFF2-40B4-BE49-F238E27FC236}">
                <a16:creationId xmlns:a16="http://schemas.microsoft.com/office/drawing/2014/main" id="{2913DD6F-C2B9-4CD4-F9A5-3FF014CBA23C}"/>
              </a:ext>
            </a:extLst>
          </p:cNvPr>
          <p:cNvPicPr>
            <a:picLocks noChangeAspect="1"/>
          </p:cNvPicPr>
          <p:nvPr/>
        </p:nvPicPr>
        <p:blipFill>
          <a:blip r:embed="rId14"/>
          <a:srcRect t="3571" b="3571"/>
          <a:stretch/>
        </p:blipFill>
        <p:spPr>
          <a:xfrm>
            <a:off x="0" y="0"/>
            <a:ext cx="9144000" cy="1238250"/>
          </a:xfrm>
          <a:prstGeom prst="rect">
            <a:avLst/>
          </a:prstGeom>
        </p:spPr>
      </p:pic>
      <p:sp>
        <p:nvSpPr>
          <p:cNvPr id="6" name="Text 2">
            <a:extLst>
              <a:ext uri="{FF2B5EF4-FFF2-40B4-BE49-F238E27FC236}">
                <a16:creationId xmlns:a16="http://schemas.microsoft.com/office/drawing/2014/main" id="{D2E4FB09-73D6-CFB3-A4CF-3D7A5043EECC}"/>
              </a:ext>
            </a:extLst>
          </p:cNvPr>
          <p:cNvSpPr/>
          <p:nvPr/>
        </p:nvSpPr>
        <p:spPr>
          <a:xfrm>
            <a:off x="571500" y="742950"/>
            <a:ext cx="8001000" cy="2095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ts val="165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33" name="图片 32">
            <a:extLst>
              <a:ext uri="{FF2B5EF4-FFF2-40B4-BE49-F238E27FC236}">
                <a16:creationId xmlns:a16="http://schemas.microsoft.com/office/drawing/2014/main" id="{6220CE1B-87FA-1713-C962-6048314AE310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992429" y="80411"/>
            <a:ext cx="958214" cy="538714"/>
          </a:xfrm>
          <a:prstGeom prst="rect">
            <a:avLst/>
          </a:prstGeom>
        </p:spPr>
      </p:pic>
      <p:sp>
        <p:nvSpPr>
          <p:cNvPr id="34" name="文本框 33">
            <a:extLst>
              <a:ext uri="{FF2B5EF4-FFF2-40B4-BE49-F238E27FC236}">
                <a16:creationId xmlns:a16="http://schemas.microsoft.com/office/drawing/2014/main" id="{98177152-DB70-B737-E544-49EB53143214}"/>
              </a:ext>
            </a:extLst>
          </p:cNvPr>
          <p:cNvSpPr txBox="1"/>
          <p:nvPr/>
        </p:nvSpPr>
        <p:spPr>
          <a:xfrm>
            <a:off x="6903826" y="4572517"/>
            <a:ext cx="371834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dirty="0"/>
              <a:t>Information Classification: Limited Access</a:t>
            </a:r>
            <a:endParaRPr lang="zh-CN" altLang="en-US" sz="900" dirty="0"/>
          </a:p>
        </p:txBody>
      </p:sp>
      <p:grpSp>
        <p:nvGrpSpPr>
          <p:cNvPr id="99" name="组合 98">
            <a:extLst>
              <a:ext uri="{FF2B5EF4-FFF2-40B4-BE49-F238E27FC236}">
                <a16:creationId xmlns:a16="http://schemas.microsoft.com/office/drawing/2014/main" id="{67C7B00E-E20A-EC15-C382-65F747F105F4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312170" y="1276030"/>
            <a:ext cx="8075845" cy="2983890"/>
            <a:chOff x="-605993" y="1291472"/>
            <a:chExt cx="12438851" cy="4595950"/>
          </a:xfrm>
        </p:grpSpPr>
        <p:grpSp>
          <p:nvGrpSpPr>
            <p:cNvPr id="100" name="组合 1">
              <a:extLst>
                <a:ext uri="{FF2B5EF4-FFF2-40B4-BE49-F238E27FC236}">
                  <a16:creationId xmlns:a16="http://schemas.microsoft.com/office/drawing/2014/main" id="{A3BC24FA-1E0E-702F-5735-322FBFC305EF}"/>
                </a:ext>
              </a:extLst>
            </p:cNvPr>
            <p:cNvGrpSpPr/>
            <p:nvPr/>
          </p:nvGrpSpPr>
          <p:grpSpPr>
            <a:xfrm>
              <a:off x="-605993" y="1291472"/>
              <a:ext cx="6663214" cy="2235191"/>
              <a:chOff x="-605993" y="1291472"/>
              <a:chExt cx="6663214" cy="2235191"/>
            </a:xfrm>
          </p:grpSpPr>
          <p:sp>
            <p:nvSpPr>
              <p:cNvPr id="124" name="1">
                <a:extLst>
                  <a:ext uri="{FF2B5EF4-FFF2-40B4-BE49-F238E27FC236}">
                    <a16:creationId xmlns:a16="http://schemas.microsoft.com/office/drawing/2014/main" id="{2ED5FE40-7474-EBDC-E043-4BFC9AD6440C}"/>
                  </a:ext>
                </a:extLst>
              </p:cNvPr>
              <p:cNvSpPr/>
              <p:nvPr/>
            </p:nvSpPr>
            <p:spPr>
              <a:xfrm>
                <a:off x="660399" y="1291472"/>
                <a:ext cx="5396822" cy="2235191"/>
              </a:xfrm>
              <a:prstGeom prst="roundRect">
                <a:avLst>
                  <a:gd name="adj" fmla="val 5843"/>
                </a:avLst>
              </a:prstGeom>
              <a:solidFill>
                <a:schemeClr val="accent3">
                  <a:lumMod val="40000"/>
                  <a:lumOff val="60000"/>
                </a:schemeClr>
              </a:solidFill>
              <a:ln w="12700">
                <a:gradFill flip="none" rotWithShape="1">
                  <a:gsLst>
                    <a:gs pos="0">
                      <a:schemeClr val="accent1">
                        <a:alpha val="0"/>
                      </a:schemeClr>
                    </a:gs>
                    <a:gs pos="100000">
                      <a:schemeClr val="accent1"/>
                    </a:gs>
                  </a:gsLst>
                  <a:lin ang="10800000" scaled="1"/>
                  <a:tileRect/>
                </a:gra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25" name="1">
                <a:extLst>
                  <a:ext uri="{FF2B5EF4-FFF2-40B4-BE49-F238E27FC236}">
                    <a16:creationId xmlns:a16="http://schemas.microsoft.com/office/drawing/2014/main" id="{45211ED3-C0EE-4234-30D7-FAD20D3A2611}"/>
                  </a:ext>
                </a:extLst>
              </p:cNvPr>
              <p:cNvSpPr/>
              <p:nvPr/>
            </p:nvSpPr>
            <p:spPr>
              <a:xfrm flipH="1">
                <a:off x="779457" y="1396049"/>
                <a:ext cx="1996790" cy="733471"/>
              </a:xfrm>
              <a:prstGeom prst="roundRect">
                <a:avLst/>
              </a:prstGeom>
              <a:solidFill>
                <a:schemeClr val="accent3"/>
              </a:solidFill>
              <a:ln w="25400">
                <a:noFill/>
              </a:ln>
              <a:effectLst>
                <a:outerShdw blurRad="127000" dist="63500" dir="2700000" algn="tl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rmAutofit fontScale="70000" lnSpcReduction="20000"/>
              </a:bodyPr>
              <a:lstStyle/>
              <a:p>
                <a:pPr algn="ctr">
                  <a:lnSpc>
                    <a:spcPct val="120000"/>
                  </a:lnSpc>
                </a:pPr>
                <a:endParaRPr lang="en-US" altLang="zh-CN" sz="3000" b="1" dirty="0">
                  <a:solidFill>
                    <a:srgbClr val="FFFFFF"/>
                  </a:solidFill>
                  <a:cs typeface="+mn-ea"/>
                </a:endParaRPr>
              </a:p>
            </p:txBody>
          </p:sp>
          <p:sp>
            <p:nvSpPr>
              <p:cNvPr id="126" name="Body-1">
                <a:extLst>
                  <a:ext uri="{FF2B5EF4-FFF2-40B4-BE49-F238E27FC236}">
                    <a16:creationId xmlns:a16="http://schemas.microsoft.com/office/drawing/2014/main" id="{67E39F10-C3D0-B449-4588-08B1D9337AF0}"/>
                  </a:ext>
                </a:extLst>
              </p:cNvPr>
              <p:cNvSpPr txBox="1"/>
              <p:nvPr>
                <p:custDataLst>
                  <p:tags r:id="rId9"/>
                </p:custDataLst>
              </p:nvPr>
            </p:nvSpPr>
            <p:spPr>
              <a:xfrm>
                <a:off x="720071" y="2212176"/>
                <a:ext cx="3177287" cy="879555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lnSpc>
                    <a:spcPct val="150000"/>
                  </a:lnSpc>
                </a:pPr>
                <a:r>
                  <a:rPr lang="zh-CN" altLang="en-US" sz="1050" dirty="0"/>
                  <a:t>基于业务的价格对比算法，解决业务精度与格式差异问题。</a:t>
                </a:r>
                <a:endParaRPr kumimoji="1" lang="en-US" altLang="zh-CN" sz="1050" dirty="0">
                  <a:solidFill>
                    <a:schemeClr val="tx1"/>
                  </a:solidFill>
                  <a:latin typeface="+mn-ea"/>
                  <a:sym typeface="Arial" panose="020B0604020202020204" pitchFamily="34" charset="0"/>
                </a:endParaRPr>
              </a:p>
            </p:txBody>
          </p:sp>
          <p:sp>
            <p:nvSpPr>
              <p:cNvPr id="127" name="Title-1">
                <a:extLst>
                  <a:ext uri="{FF2B5EF4-FFF2-40B4-BE49-F238E27FC236}">
                    <a16:creationId xmlns:a16="http://schemas.microsoft.com/office/drawing/2014/main" id="{F3499A74-953B-0AD9-1585-C804CD1E3CCC}"/>
                  </a:ext>
                </a:extLst>
              </p:cNvPr>
              <p:cNvSpPr txBox="1"/>
              <p:nvPr>
                <p:custDataLst>
                  <p:tags r:id="rId10"/>
                </p:custDataLst>
              </p:nvPr>
            </p:nvSpPr>
            <p:spPr>
              <a:xfrm>
                <a:off x="-605993" y="1410796"/>
                <a:ext cx="4707726" cy="507654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zh-CN" altLang="en-US" sz="1200" b="1" dirty="0"/>
                  <a:t>基于业务的</a:t>
                </a:r>
                <a:br>
                  <a:rPr lang="en-US" altLang="zh-CN" sz="1200" b="1" dirty="0"/>
                </a:br>
                <a:r>
                  <a:rPr lang="en-US" altLang="zh-CN" sz="1200" b="1" dirty="0"/>
                  <a:t>diff</a:t>
                </a:r>
                <a:r>
                  <a:rPr lang="zh-CN" altLang="en-US" sz="1200" b="1" dirty="0"/>
                  <a:t>算法</a:t>
                </a:r>
              </a:p>
            </p:txBody>
          </p:sp>
        </p:grpSp>
        <p:grpSp>
          <p:nvGrpSpPr>
            <p:cNvPr id="101" name="组合 3">
              <a:extLst>
                <a:ext uri="{FF2B5EF4-FFF2-40B4-BE49-F238E27FC236}">
                  <a16:creationId xmlns:a16="http://schemas.microsoft.com/office/drawing/2014/main" id="{35746605-4D48-4674-B007-3F157ABA34BC}"/>
                </a:ext>
              </a:extLst>
            </p:cNvPr>
            <p:cNvGrpSpPr/>
            <p:nvPr/>
          </p:nvGrpSpPr>
          <p:grpSpPr>
            <a:xfrm>
              <a:off x="522528" y="3652231"/>
              <a:ext cx="5534693" cy="2235191"/>
              <a:chOff x="522528" y="3652231"/>
              <a:chExt cx="5534693" cy="2235191"/>
            </a:xfrm>
          </p:grpSpPr>
          <p:sp>
            <p:nvSpPr>
              <p:cNvPr id="120" name="3">
                <a:extLst>
                  <a:ext uri="{FF2B5EF4-FFF2-40B4-BE49-F238E27FC236}">
                    <a16:creationId xmlns:a16="http://schemas.microsoft.com/office/drawing/2014/main" id="{DF080EDF-B3E2-A0BA-0154-65F3614B03B5}"/>
                  </a:ext>
                </a:extLst>
              </p:cNvPr>
              <p:cNvSpPr/>
              <p:nvPr/>
            </p:nvSpPr>
            <p:spPr>
              <a:xfrm>
                <a:off x="660399" y="3652231"/>
                <a:ext cx="5396822" cy="2235191"/>
              </a:xfrm>
              <a:prstGeom prst="roundRect">
                <a:avLst>
                  <a:gd name="adj" fmla="val 5843"/>
                </a:avLst>
              </a:prstGeom>
              <a:gradFill flip="none" rotWithShape="1">
                <a:gsLst>
                  <a:gs pos="0">
                    <a:schemeClr val="accent2">
                      <a:alpha val="20000"/>
                    </a:schemeClr>
                  </a:gs>
                  <a:gs pos="88000">
                    <a:schemeClr val="bg1">
                      <a:alpha val="0"/>
                    </a:schemeClr>
                  </a:gs>
                </a:gsLst>
                <a:lin ang="16200000" scaled="1"/>
                <a:tileRect/>
              </a:gradFill>
              <a:ln w="12700">
                <a:gradFill flip="none" rotWithShape="1">
                  <a:gsLst>
                    <a:gs pos="0">
                      <a:schemeClr val="accent2">
                        <a:alpha val="0"/>
                      </a:schemeClr>
                    </a:gs>
                    <a:gs pos="100000">
                      <a:schemeClr val="accent2"/>
                    </a:gs>
                  </a:gsLst>
                  <a:lin ang="10800000" scaled="1"/>
                  <a:tileRect/>
                </a:gra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r"/>
                <a:endParaRPr lang="zh-CN" altLang="en-US" dirty="0"/>
              </a:p>
            </p:txBody>
          </p:sp>
          <p:sp>
            <p:nvSpPr>
              <p:cNvPr id="121" name="3">
                <a:extLst>
                  <a:ext uri="{FF2B5EF4-FFF2-40B4-BE49-F238E27FC236}">
                    <a16:creationId xmlns:a16="http://schemas.microsoft.com/office/drawing/2014/main" id="{F67ECFAF-25E0-E0D2-3CF6-7C541B35A1EA}"/>
                  </a:ext>
                </a:extLst>
              </p:cNvPr>
              <p:cNvSpPr/>
              <p:nvPr/>
            </p:nvSpPr>
            <p:spPr>
              <a:xfrm flipH="1">
                <a:off x="779461" y="5105201"/>
                <a:ext cx="1865814" cy="711400"/>
              </a:xfrm>
              <a:prstGeom prst="roundRect">
                <a:avLst/>
              </a:prstGeom>
              <a:solidFill>
                <a:schemeClr val="accent1"/>
              </a:solidFill>
              <a:ln w="25400">
                <a:noFill/>
              </a:ln>
              <a:effectLst>
                <a:outerShdw blurRad="127000" dist="63500" dir="2700000" algn="tl" rotWithShape="0">
                  <a:schemeClr val="accent2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rmAutofit fontScale="70000" lnSpcReduction="20000"/>
              </a:bodyPr>
              <a:lstStyle/>
              <a:p>
                <a:pPr algn="ctr">
                  <a:lnSpc>
                    <a:spcPct val="120000"/>
                  </a:lnSpc>
                </a:pPr>
                <a:endParaRPr lang="en-US" altLang="zh-CN" sz="3000" b="1" dirty="0">
                  <a:solidFill>
                    <a:srgbClr val="FFFFFF"/>
                  </a:solidFill>
                  <a:cs typeface="+mn-ea"/>
                </a:endParaRPr>
              </a:p>
            </p:txBody>
          </p:sp>
          <p:sp>
            <p:nvSpPr>
              <p:cNvPr id="122" name="Body-3">
                <a:extLst>
                  <a:ext uri="{FF2B5EF4-FFF2-40B4-BE49-F238E27FC236}">
                    <a16:creationId xmlns:a16="http://schemas.microsoft.com/office/drawing/2014/main" id="{D365FE03-1C19-F9EB-D84C-8708A51AF756}"/>
                  </a:ext>
                </a:extLst>
              </p:cNvPr>
              <p:cNvSpPr txBox="1"/>
              <p:nvPr>
                <p:custDataLst>
                  <p:tags r:id="rId7"/>
                </p:custDataLst>
              </p:nvPr>
            </p:nvSpPr>
            <p:spPr>
              <a:xfrm>
                <a:off x="819541" y="4022342"/>
                <a:ext cx="3177288" cy="841413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lnSpc>
                    <a:spcPct val="150000"/>
                  </a:lnSpc>
                </a:pPr>
                <a:r>
                  <a:rPr lang="zh-CN" altLang="en-US" sz="1050" dirty="0"/>
                  <a:t>基于业务主键对齐，形成客制化过滤与精度适配</a:t>
                </a:r>
                <a:endParaRPr kumimoji="1" lang="en-US" altLang="zh-CN" sz="1050" dirty="0">
                  <a:solidFill>
                    <a:schemeClr val="tx1"/>
                  </a:solidFill>
                  <a:latin typeface="+mn-ea"/>
                  <a:sym typeface="Arial" panose="020B0604020202020204" pitchFamily="34" charset="0"/>
                </a:endParaRPr>
              </a:p>
            </p:txBody>
          </p:sp>
          <p:sp>
            <p:nvSpPr>
              <p:cNvPr id="123" name="Title-3">
                <a:extLst>
                  <a:ext uri="{FF2B5EF4-FFF2-40B4-BE49-F238E27FC236}">
                    <a16:creationId xmlns:a16="http://schemas.microsoft.com/office/drawing/2014/main" id="{2C724566-60AD-06E3-179E-9F38E994A06A}"/>
                  </a:ext>
                </a:extLst>
              </p:cNvPr>
              <p:cNvSpPr txBox="1"/>
              <p:nvPr>
                <p:custDataLst>
                  <p:tags r:id="rId8"/>
                </p:custDataLst>
              </p:nvPr>
            </p:nvSpPr>
            <p:spPr>
              <a:xfrm>
                <a:off x="522528" y="5282949"/>
                <a:ext cx="2253717" cy="365130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zh-CN" altLang="en-US" sz="1200" b="1" dirty="0"/>
                  <a:t>业务语句理解</a:t>
                </a:r>
              </a:p>
            </p:txBody>
          </p:sp>
        </p:grpSp>
        <p:grpSp>
          <p:nvGrpSpPr>
            <p:cNvPr id="102" name="组合 2">
              <a:extLst>
                <a:ext uri="{FF2B5EF4-FFF2-40B4-BE49-F238E27FC236}">
                  <a16:creationId xmlns:a16="http://schemas.microsoft.com/office/drawing/2014/main" id="{51961281-F9FD-A54E-3C4A-698D44137AB7}"/>
                </a:ext>
              </a:extLst>
            </p:cNvPr>
            <p:cNvGrpSpPr/>
            <p:nvPr/>
          </p:nvGrpSpPr>
          <p:grpSpPr>
            <a:xfrm>
              <a:off x="6134776" y="1291472"/>
              <a:ext cx="5698082" cy="2235191"/>
              <a:chOff x="6134776" y="1291472"/>
              <a:chExt cx="5698082" cy="2235191"/>
            </a:xfrm>
          </p:grpSpPr>
          <p:sp>
            <p:nvSpPr>
              <p:cNvPr id="116" name="2">
                <a:extLst>
                  <a:ext uri="{FF2B5EF4-FFF2-40B4-BE49-F238E27FC236}">
                    <a16:creationId xmlns:a16="http://schemas.microsoft.com/office/drawing/2014/main" id="{AB706AE0-D9EE-1929-CCB7-98CC3C1C87C3}"/>
                  </a:ext>
                </a:extLst>
              </p:cNvPr>
              <p:cNvSpPr/>
              <p:nvPr/>
            </p:nvSpPr>
            <p:spPr>
              <a:xfrm flipH="1">
                <a:off x="6134776" y="1291472"/>
                <a:ext cx="5384119" cy="2235191"/>
              </a:xfrm>
              <a:prstGeom prst="roundRect">
                <a:avLst>
                  <a:gd name="adj" fmla="val 5843"/>
                </a:avLst>
              </a:prstGeom>
              <a:gradFill flip="none" rotWithShape="1">
                <a:gsLst>
                  <a:gs pos="0">
                    <a:schemeClr val="accent2">
                      <a:alpha val="20000"/>
                    </a:schemeClr>
                  </a:gs>
                  <a:gs pos="88000">
                    <a:schemeClr val="bg1">
                      <a:alpha val="0"/>
                    </a:schemeClr>
                  </a:gs>
                </a:gsLst>
                <a:lin ang="5400000" scaled="0"/>
                <a:tileRect/>
              </a:gradFill>
              <a:ln w="12700">
                <a:gradFill flip="none" rotWithShape="1">
                  <a:gsLst>
                    <a:gs pos="0">
                      <a:schemeClr val="accent2">
                        <a:alpha val="0"/>
                      </a:schemeClr>
                    </a:gs>
                    <a:gs pos="100000">
                      <a:schemeClr val="accent2"/>
                    </a:gs>
                  </a:gsLst>
                  <a:lin ang="10800000" scaled="1"/>
                  <a:tileRect/>
                </a:gra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r"/>
                <a:endParaRPr lang="zh-CN" altLang="en-US" dirty="0"/>
              </a:p>
            </p:txBody>
          </p:sp>
          <p:sp>
            <p:nvSpPr>
              <p:cNvPr id="117" name="2">
                <a:extLst>
                  <a:ext uri="{FF2B5EF4-FFF2-40B4-BE49-F238E27FC236}">
                    <a16:creationId xmlns:a16="http://schemas.microsoft.com/office/drawing/2014/main" id="{466E8279-7565-4A63-C398-48ACFE1B34BB}"/>
                  </a:ext>
                </a:extLst>
              </p:cNvPr>
              <p:cNvSpPr/>
              <p:nvPr/>
            </p:nvSpPr>
            <p:spPr>
              <a:xfrm>
                <a:off x="9767988" y="1396051"/>
                <a:ext cx="1644546" cy="707633"/>
              </a:xfrm>
              <a:prstGeom prst="roundRect">
                <a:avLst/>
              </a:prstGeom>
              <a:solidFill>
                <a:schemeClr val="accent1"/>
              </a:solidFill>
              <a:ln w="25400">
                <a:noFill/>
              </a:ln>
              <a:effectLst>
                <a:outerShdw blurRad="127000" dist="63500" dir="2700000" algn="tl" rotWithShape="0">
                  <a:schemeClr val="accent2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rmAutofit fontScale="70000" lnSpcReduction="20000"/>
              </a:bodyPr>
              <a:lstStyle/>
              <a:p>
                <a:pPr algn="ctr">
                  <a:lnSpc>
                    <a:spcPct val="120000"/>
                  </a:lnSpc>
                </a:pPr>
                <a:endParaRPr lang="en-US" altLang="zh-CN" sz="3000" b="1" dirty="0">
                  <a:solidFill>
                    <a:srgbClr val="FFFFFF"/>
                  </a:solidFill>
                  <a:cs typeface="+mn-ea"/>
                </a:endParaRPr>
              </a:p>
            </p:txBody>
          </p:sp>
          <p:sp>
            <p:nvSpPr>
              <p:cNvPr id="118" name="Body-2">
                <a:extLst>
                  <a:ext uri="{FF2B5EF4-FFF2-40B4-BE49-F238E27FC236}">
                    <a16:creationId xmlns:a16="http://schemas.microsoft.com/office/drawing/2014/main" id="{EBCC98B6-0433-F508-2E84-759C2CFF9524}"/>
                  </a:ext>
                </a:extLst>
              </p:cNvPr>
              <p:cNvSpPr txBox="1"/>
              <p:nvPr>
                <p:custDataLst>
                  <p:tags r:id="rId5"/>
                </p:custDataLst>
              </p:nvPr>
            </p:nvSpPr>
            <p:spPr>
              <a:xfrm>
                <a:off x="8277857" y="2174504"/>
                <a:ext cx="3177288" cy="879554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lnSpc>
                    <a:spcPct val="150000"/>
                  </a:lnSpc>
                </a:pPr>
                <a:r>
                  <a:rPr lang="zh-CN" altLang="en-US" sz="1050" dirty="0"/>
                  <a:t>自动生成带差异标签的</a:t>
                </a:r>
                <a:r>
                  <a:rPr lang="en-US" altLang="zh-CN" sz="1050" dirty="0"/>
                  <a:t>Excel</a:t>
                </a:r>
                <a:r>
                  <a:rPr lang="zh-CN" altLang="en-US" sz="1050" dirty="0"/>
                  <a:t>报告，直观展示变更</a:t>
                </a:r>
                <a:endParaRPr lang="en-US" altLang="zh-CN" sz="1050" dirty="0">
                  <a:sym typeface="Arial" panose="020B0604020202020204" pitchFamily="34" charset="0"/>
                </a:endParaRPr>
              </a:p>
            </p:txBody>
          </p:sp>
          <p:sp>
            <p:nvSpPr>
              <p:cNvPr id="119" name="Title-2">
                <a:extLst>
                  <a:ext uri="{FF2B5EF4-FFF2-40B4-BE49-F238E27FC236}">
                    <a16:creationId xmlns:a16="http://schemas.microsoft.com/office/drawing/2014/main" id="{E2794B45-7584-1327-6588-F8503749530C}"/>
                  </a:ext>
                </a:extLst>
              </p:cNvPr>
              <p:cNvSpPr txBox="1"/>
              <p:nvPr>
                <p:custDataLst>
                  <p:tags r:id="rId6"/>
                </p:custDataLst>
              </p:nvPr>
            </p:nvSpPr>
            <p:spPr>
              <a:xfrm>
                <a:off x="9347660" y="1485359"/>
                <a:ext cx="2485198" cy="569934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zh-CN" altLang="en-US" sz="1200" b="1" dirty="0"/>
                  <a:t>智能报告生成</a:t>
                </a:r>
              </a:p>
            </p:txBody>
          </p:sp>
        </p:grpSp>
        <p:grpSp>
          <p:nvGrpSpPr>
            <p:cNvPr id="103" name="组合 4">
              <a:extLst>
                <a:ext uri="{FF2B5EF4-FFF2-40B4-BE49-F238E27FC236}">
                  <a16:creationId xmlns:a16="http://schemas.microsoft.com/office/drawing/2014/main" id="{D563028C-F13D-F433-A70A-16506EADE986}"/>
                </a:ext>
              </a:extLst>
            </p:cNvPr>
            <p:cNvGrpSpPr/>
            <p:nvPr/>
          </p:nvGrpSpPr>
          <p:grpSpPr>
            <a:xfrm>
              <a:off x="6134776" y="3652231"/>
              <a:ext cx="5384119" cy="2235191"/>
              <a:chOff x="6134776" y="3652231"/>
              <a:chExt cx="5384119" cy="2235191"/>
            </a:xfrm>
          </p:grpSpPr>
          <p:sp>
            <p:nvSpPr>
              <p:cNvPr id="112" name="4">
                <a:extLst>
                  <a:ext uri="{FF2B5EF4-FFF2-40B4-BE49-F238E27FC236}">
                    <a16:creationId xmlns:a16="http://schemas.microsoft.com/office/drawing/2014/main" id="{C0CBE4C8-E1AC-6BAE-B423-6992B358B60A}"/>
                  </a:ext>
                </a:extLst>
              </p:cNvPr>
              <p:cNvSpPr/>
              <p:nvPr/>
            </p:nvSpPr>
            <p:spPr>
              <a:xfrm flipH="1">
                <a:off x="6134776" y="3652231"/>
                <a:ext cx="5384119" cy="2235191"/>
              </a:xfrm>
              <a:prstGeom prst="roundRect">
                <a:avLst>
                  <a:gd name="adj" fmla="val 5843"/>
                </a:avLst>
              </a:prstGeom>
              <a:solidFill>
                <a:schemeClr val="accent3">
                  <a:lumMod val="40000"/>
                  <a:lumOff val="60000"/>
                </a:schemeClr>
              </a:solidFill>
              <a:ln w="12700">
                <a:gradFill flip="none" rotWithShape="1">
                  <a:gsLst>
                    <a:gs pos="0">
                      <a:schemeClr val="accent1">
                        <a:alpha val="0"/>
                      </a:schemeClr>
                    </a:gs>
                    <a:gs pos="100000">
                      <a:schemeClr val="accent1"/>
                    </a:gs>
                  </a:gsLst>
                  <a:lin ang="10800000" scaled="1"/>
                  <a:tileRect/>
                </a:gra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13" name="4">
                <a:extLst>
                  <a:ext uri="{FF2B5EF4-FFF2-40B4-BE49-F238E27FC236}">
                    <a16:creationId xmlns:a16="http://schemas.microsoft.com/office/drawing/2014/main" id="{4BD03E04-6F06-67AB-D9BD-2C9E30BC694D}"/>
                  </a:ext>
                </a:extLst>
              </p:cNvPr>
              <p:cNvSpPr/>
              <p:nvPr/>
            </p:nvSpPr>
            <p:spPr>
              <a:xfrm>
                <a:off x="9767988" y="5105201"/>
                <a:ext cx="1644548" cy="711400"/>
              </a:xfrm>
              <a:prstGeom prst="roundRect">
                <a:avLst/>
              </a:prstGeom>
              <a:solidFill>
                <a:schemeClr val="accent3"/>
              </a:solidFill>
              <a:ln w="25400">
                <a:noFill/>
              </a:ln>
              <a:effectLst>
                <a:outerShdw blurRad="127000" dist="63500" dir="2700000" algn="tl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rmAutofit fontScale="70000" lnSpcReduction="20000"/>
              </a:bodyPr>
              <a:lstStyle/>
              <a:p>
                <a:pPr algn="ctr">
                  <a:lnSpc>
                    <a:spcPct val="120000"/>
                  </a:lnSpc>
                </a:pPr>
                <a:endParaRPr lang="en-US" altLang="zh-CN" sz="3000" b="1" dirty="0">
                  <a:solidFill>
                    <a:srgbClr val="FFFFFF"/>
                  </a:solidFill>
                  <a:cs typeface="+mn-ea"/>
                </a:endParaRPr>
              </a:p>
            </p:txBody>
          </p:sp>
          <p:sp>
            <p:nvSpPr>
              <p:cNvPr id="114" name="Body-4">
                <a:extLst>
                  <a:ext uri="{FF2B5EF4-FFF2-40B4-BE49-F238E27FC236}">
                    <a16:creationId xmlns:a16="http://schemas.microsoft.com/office/drawing/2014/main" id="{32E3AA3A-A5E5-19AD-E5FE-6C51FBAEE518}"/>
                  </a:ext>
                </a:extLst>
              </p:cNvPr>
              <p:cNvSpPr txBox="1"/>
              <p:nvPr>
                <p:custDataLst>
                  <p:tags r:id="rId3"/>
                </p:custDataLst>
              </p:nvPr>
            </p:nvSpPr>
            <p:spPr>
              <a:xfrm>
                <a:off x="8294642" y="4036906"/>
                <a:ext cx="3177288" cy="841413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lnSpc>
                    <a:spcPct val="150000"/>
                  </a:lnSpc>
                </a:pPr>
                <a:r>
                  <a:rPr lang="zh-CN" altLang="en-US" sz="1050" dirty="0"/>
                  <a:t>集成</a:t>
                </a:r>
                <a:r>
                  <a:rPr lang="en-US" altLang="zh-CN" sz="1050" dirty="0"/>
                  <a:t>Azure Pipeline</a:t>
                </a:r>
                <a:r>
                  <a:rPr lang="zh-CN" altLang="en-US" sz="1050" dirty="0"/>
                  <a:t>，发布前自动校验并发送风险邮件</a:t>
                </a:r>
                <a:endParaRPr lang="en-US" altLang="zh-CN" sz="1050" dirty="0">
                  <a:sym typeface="Arial" panose="020B0604020202020204" pitchFamily="34" charset="0"/>
                </a:endParaRPr>
              </a:p>
            </p:txBody>
          </p:sp>
          <p:sp>
            <p:nvSpPr>
              <p:cNvPr id="115" name="Title-4">
                <a:extLst>
                  <a:ext uri="{FF2B5EF4-FFF2-40B4-BE49-F238E27FC236}">
                    <a16:creationId xmlns:a16="http://schemas.microsoft.com/office/drawing/2014/main" id="{2FA91A3F-34E9-9575-4EB5-948D546CE8B4}"/>
                  </a:ext>
                </a:extLst>
              </p:cNvPr>
              <p:cNvSpPr txBox="1"/>
              <p:nvPr>
                <p:custDataLst>
                  <p:tags r:id="rId4"/>
                </p:custDataLst>
              </p:nvPr>
            </p:nvSpPr>
            <p:spPr>
              <a:xfrm>
                <a:off x="9874213" y="5207129"/>
                <a:ext cx="1513712" cy="507545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zh-CN" altLang="en-US" sz="1200" b="1" dirty="0"/>
                  <a:t>流水线集成</a:t>
                </a:r>
                <a:endParaRPr lang="zh-CN" altLang="en-US" sz="1200" b="1" dirty="0">
                  <a:solidFill>
                    <a:schemeClr val="bg1"/>
                  </a:solidFill>
                  <a:latin typeface="+mj-ea"/>
                  <a:ea typeface="+mj-ea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04" name="0">
              <a:extLst>
                <a:ext uri="{FF2B5EF4-FFF2-40B4-BE49-F238E27FC236}">
                  <a16:creationId xmlns:a16="http://schemas.microsoft.com/office/drawing/2014/main" id="{44679CB0-F154-D194-8CA9-86601944CC37}"/>
                </a:ext>
              </a:extLst>
            </p:cNvPr>
            <p:cNvSpPr/>
            <p:nvPr/>
          </p:nvSpPr>
          <p:spPr>
            <a:xfrm rot="16200000">
              <a:off x="2701878" y="3240645"/>
              <a:ext cx="999208" cy="2276141"/>
            </a:xfrm>
            <a:custGeom>
              <a:avLst/>
              <a:gdLst>
                <a:gd name="connsiteX0" fmla="*/ 0 w 1841500"/>
                <a:gd name="connsiteY0" fmla="*/ 2895600 h 2895600"/>
                <a:gd name="connsiteX1" fmla="*/ 1841500 w 1841500"/>
                <a:gd name="connsiteY1" fmla="*/ 0 h 2895600"/>
                <a:gd name="connsiteX0" fmla="*/ 0 w 1841500"/>
                <a:gd name="connsiteY0" fmla="*/ 2895600 h 2895600"/>
                <a:gd name="connsiteX1" fmla="*/ 1841500 w 1841500"/>
                <a:gd name="connsiteY1" fmla="*/ 0 h 2895600"/>
                <a:gd name="connsiteX0" fmla="*/ 0 w 1841500"/>
                <a:gd name="connsiteY0" fmla="*/ 2895600 h 2895600"/>
                <a:gd name="connsiteX1" fmla="*/ 1841500 w 1841500"/>
                <a:gd name="connsiteY1" fmla="*/ 0 h 2895600"/>
                <a:gd name="connsiteX0" fmla="*/ 0 w 1841500"/>
                <a:gd name="connsiteY0" fmla="*/ 2895600 h 2895600"/>
                <a:gd name="connsiteX1" fmla="*/ 1841500 w 1841500"/>
                <a:gd name="connsiteY1" fmla="*/ 0 h 2895600"/>
                <a:gd name="connsiteX0" fmla="*/ 0 w 1891628"/>
                <a:gd name="connsiteY0" fmla="*/ 3005559 h 3005559"/>
                <a:gd name="connsiteX1" fmla="*/ 1891628 w 1891628"/>
                <a:gd name="connsiteY1" fmla="*/ 0 h 3005559"/>
                <a:gd name="connsiteX0" fmla="*/ 0 w 1891628"/>
                <a:gd name="connsiteY0" fmla="*/ 3005559 h 3005559"/>
                <a:gd name="connsiteX1" fmla="*/ 1891628 w 1891628"/>
                <a:gd name="connsiteY1" fmla="*/ 0 h 30055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891628" h="3005559">
                  <a:moveTo>
                    <a:pt x="0" y="3005559"/>
                  </a:moveTo>
                  <a:cubicBezTo>
                    <a:pt x="969433" y="2294359"/>
                    <a:pt x="1631717" y="1483007"/>
                    <a:pt x="1891628" y="0"/>
                  </a:cubicBezTo>
                </a:path>
              </a:pathLst>
            </a:custGeom>
            <a:noFill/>
            <a:ln>
              <a:gradFill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100000">
                    <a:schemeClr val="accent1">
                      <a:lumMod val="20000"/>
                      <a:lumOff val="80000"/>
                      <a:alpha val="0"/>
                    </a:schemeClr>
                  </a:gs>
                </a:gsLst>
                <a:lin ang="5400000" scaled="1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5" name="0">
              <a:extLst>
                <a:ext uri="{FF2B5EF4-FFF2-40B4-BE49-F238E27FC236}">
                  <a16:creationId xmlns:a16="http://schemas.microsoft.com/office/drawing/2014/main" id="{C7C8B891-19E2-A647-826D-D1A1083DCA88}"/>
                </a:ext>
              </a:extLst>
            </p:cNvPr>
            <p:cNvSpPr/>
            <p:nvPr/>
          </p:nvSpPr>
          <p:spPr>
            <a:xfrm rot="16200000" flipH="1">
              <a:off x="2701878" y="1659177"/>
              <a:ext cx="999208" cy="2276141"/>
            </a:xfrm>
            <a:custGeom>
              <a:avLst/>
              <a:gdLst>
                <a:gd name="connsiteX0" fmla="*/ 0 w 1841500"/>
                <a:gd name="connsiteY0" fmla="*/ 2895600 h 2895600"/>
                <a:gd name="connsiteX1" fmla="*/ 1841500 w 1841500"/>
                <a:gd name="connsiteY1" fmla="*/ 0 h 2895600"/>
                <a:gd name="connsiteX0" fmla="*/ 0 w 1841500"/>
                <a:gd name="connsiteY0" fmla="*/ 2895600 h 2895600"/>
                <a:gd name="connsiteX1" fmla="*/ 1841500 w 1841500"/>
                <a:gd name="connsiteY1" fmla="*/ 0 h 2895600"/>
                <a:gd name="connsiteX0" fmla="*/ 0 w 1841500"/>
                <a:gd name="connsiteY0" fmla="*/ 2895600 h 2895600"/>
                <a:gd name="connsiteX1" fmla="*/ 1841500 w 1841500"/>
                <a:gd name="connsiteY1" fmla="*/ 0 h 2895600"/>
                <a:gd name="connsiteX0" fmla="*/ 0 w 1841500"/>
                <a:gd name="connsiteY0" fmla="*/ 2895600 h 2895600"/>
                <a:gd name="connsiteX1" fmla="*/ 1841500 w 1841500"/>
                <a:gd name="connsiteY1" fmla="*/ 0 h 2895600"/>
                <a:gd name="connsiteX0" fmla="*/ 0 w 1891628"/>
                <a:gd name="connsiteY0" fmla="*/ 3005559 h 3005559"/>
                <a:gd name="connsiteX1" fmla="*/ 1891628 w 1891628"/>
                <a:gd name="connsiteY1" fmla="*/ 0 h 3005559"/>
                <a:gd name="connsiteX0" fmla="*/ 0 w 1891628"/>
                <a:gd name="connsiteY0" fmla="*/ 3005559 h 3005559"/>
                <a:gd name="connsiteX1" fmla="*/ 1891628 w 1891628"/>
                <a:gd name="connsiteY1" fmla="*/ 0 h 30055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891628" h="3005559">
                  <a:moveTo>
                    <a:pt x="0" y="3005559"/>
                  </a:moveTo>
                  <a:cubicBezTo>
                    <a:pt x="969433" y="2294359"/>
                    <a:pt x="1631717" y="1483007"/>
                    <a:pt x="1891628" y="0"/>
                  </a:cubicBezTo>
                </a:path>
              </a:pathLst>
            </a:custGeom>
            <a:noFill/>
            <a:ln>
              <a:gradFill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100000">
                    <a:schemeClr val="accent1">
                      <a:lumMod val="20000"/>
                      <a:lumOff val="80000"/>
                      <a:alpha val="0"/>
                    </a:schemeClr>
                  </a:gs>
                </a:gsLst>
                <a:lin ang="5400000" scaled="1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6" name="0">
              <a:extLst>
                <a:ext uri="{FF2B5EF4-FFF2-40B4-BE49-F238E27FC236}">
                  <a16:creationId xmlns:a16="http://schemas.microsoft.com/office/drawing/2014/main" id="{FD035726-9D49-EBF2-46A7-0828791C2B51}"/>
                </a:ext>
              </a:extLst>
            </p:cNvPr>
            <p:cNvSpPr/>
            <p:nvPr/>
          </p:nvSpPr>
          <p:spPr>
            <a:xfrm rot="5400000" flipH="1">
              <a:off x="8537882" y="3240645"/>
              <a:ext cx="999208" cy="2276141"/>
            </a:xfrm>
            <a:custGeom>
              <a:avLst/>
              <a:gdLst>
                <a:gd name="connsiteX0" fmla="*/ 0 w 1841500"/>
                <a:gd name="connsiteY0" fmla="*/ 2895600 h 2895600"/>
                <a:gd name="connsiteX1" fmla="*/ 1841500 w 1841500"/>
                <a:gd name="connsiteY1" fmla="*/ 0 h 2895600"/>
                <a:gd name="connsiteX0" fmla="*/ 0 w 1841500"/>
                <a:gd name="connsiteY0" fmla="*/ 2895600 h 2895600"/>
                <a:gd name="connsiteX1" fmla="*/ 1841500 w 1841500"/>
                <a:gd name="connsiteY1" fmla="*/ 0 h 2895600"/>
                <a:gd name="connsiteX0" fmla="*/ 0 w 1841500"/>
                <a:gd name="connsiteY0" fmla="*/ 2895600 h 2895600"/>
                <a:gd name="connsiteX1" fmla="*/ 1841500 w 1841500"/>
                <a:gd name="connsiteY1" fmla="*/ 0 h 2895600"/>
                <a:gd name="connsiteX0" fmla="*/ 0 w 1841500"/>
                <a:gd name="connsiteY0" fmla="*/ 2895600 h 2895600"/>
                <a:gd name="connsiteX1" fmla="*/ 1841500 w 1841500"/>
                <a:gd name="connsiteY1" fmla="*/ 0 h 2895600"/>
                <a:gd name="connsiteX0" fmla="*/ 0 w 1891628"/>
                <a:gd name="connsiteY0" fmla="*/ 3005559 h 3005559"/>
                <a:gd name="connsiteX1" fmla="*/ 1891628 w 1891628"/>
                <a:gd name="connsiteY1" fmla="*/ 0 h 3005559"/>
                <a:gd name="connsiteX0" fmla="*/ 0 w 1891628"/>
                <a:gd name="connsiteY0" fmla="*/ 3005559 h 3005559"/>
                <a:gd name="connsiteX1" fmla="*/ 1891628 w 1891628"/>
                <a:gd name="connsiteY1" fmla="*/ 0 h 30055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891628" h="3005559">
                  <a:moveTo>
                    <a:pt x="0" y="3005559"/>
                  </a:moveTo>
                  <a:cubicBezTo>
                    <a:pt x="969433" y="2294359"/>
                    <a:pt x="1631717" y="1483007"/>
                    <a:pt x="1891628" y="0"/>
                  </a:cubicBezTo>
                </a:path>
              </a:pathLst>
            </a:custGeom>
            <a:noFill/>
            <a:ln>
              <a:gradFill>
                <a:gsLst>
                  <a:gs pos="0">
                    <a:schemeClr val="accent2">
                      <a:lumMod val="60000"/>
                      <a:lumOff val="40000"/>
                    </a:schemeClr>
                  </a:gs>
                  <a:gs pos="100000">
                    <a:schemeClr val="accent2">
                      <a:lumMod val="20000"/>
                      <a:lumOff val="80000"/>
                      <a:alpha val="0"/>
                    </a:schemeClr>
                  </a:gs>
                </a:gsLst>
                <a:lin ang="5400000" scaled="1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zh-CN" altLang="en-US"/>
            </a:p>
          </p:txBody>
        </p:sp>
        <p:sp>
          <p:nvSpPr>
            <p:cNvPr id="107" name="0">
              <a:extLst>
                <a:ext uri="{FF2B5EF4-FFF2-40B4-BE49-F238E27FC236}">
                  <a16:creationId xmlns:a16="http://schemas.microsoft.com/office/drawing/2014/main" id="{6167BE9A-A002-C30D-7689-F21FCD8B510F}"/>
                </a:ext>
              </a:extLst>
            </p:cNvPr>
            <p:cNvSpPr/>
            <p:nvPr/>
          </p:nvSpPr>
          <p:spPr>
            <a:xfrm rot="5400000">
              <a:off x="8537882" y="1659177"/>
              <a:ext cx="999208" cy="2276141"/>
            </a:xfrm>
            <a:custGeom>
              <a:avLst/>
              <a:gdLst>
                <a:gd name="connsiteX0" fmla="*/ 0 w 1841500"/>
                <a:gd name="connsiteY0" fmla="*/ 2895600 h 2895600"/>
                <a:gd name="connsiteX1" fmla="*/ 1841500 w 1841500"/>
                <a:gd name="connsiteY1" fmla="*/ 0 h 2895600"/>
                <a:gd name="connsiteX0" fmla="*/ 0 w 1841500"/>
                <a:gd name="connsiteY0" fmla="*/ 2895600 h 2895600"/>
                <a:gd name="connsiteX1" fmla="*/ 1841500 w 1841500"/>
                <a:gd name="connsiteY1" fmla="*/ 0 h 2895600"/>
                <a:gd name="connsiteX0" fmla="*/ 0 w 1841500"/>
                <a:gd name="connsiteY0" fmla="*/ 2895600 h 2895600"/>
                <a:gd name="connsiteX1" fmla="*/ 1841500 w 1841500"/>
                <a:gd name="connsiteY1" fmla="*/ 0 h 2895600"/>
                <a:gd name="connsiteX0" fmla="*/ 0 w 1841500"/>
                <a:gd name="connsiteY0" fmla="*/ 2895600 h 2895600"/>
                <a:gd name="connsiteX1" fmla="*/ 1841500 w 1841500"/>
                <a:gd name="connsiteY1" fmla="*/ 0 h 2895600"/>
                <a:gd name="connsiteX0" fmla="*/ 0 w 1891628"/>
                <a:gd name="connsiteY0" fmla="*/ 3005559 h 3005559"/>
                <a:gd name="connsiteX1" fmla="*/ 1891628 w 1891628"/>
                <a:gd name="connsiteY1" fmla="*/ 0 h 3005559"/>
                <a:gd name="connsiteX0" fmla="*/ 0 w 1891628"/>
                <a:gd name="connsiteY0" fmla="*/ 3005559 h 3005559"/>
                <a:gd name="connsiteX1" fmla="*/ 1891628 w 1891628"/>
                <a:gd name="connsiteY1" fmla="*/ 0 h 30055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891628" h="3005559">
                  <a:moveTo>
                    <a:pt x="0" y="3005559"/>
                  </a:moveTo>
                  <a:cubicBezTo>
                    <a:pt x="969433" y="2294359"/>
                    <a:pt x="1631717" y="1483007"/>
                    <a:pt x="1891628" y="0"/>
                  </a:cubicBezTo>
                </a:path>
              </a:pathLst>
            </a:custGeom>
            <a:noFill/>
            <a:ln>
              <a:gradFill>
                <a:gsLst>
                  <a:gs pos="0">
                    <a:schemeClr val="accent2">
                      <a:lumMod val="60000"/>
                      <a:lumOff val="40000"/>
                    </a:schemeClr>
                  </a:gs>
                  <a:gs pos="100000">
                    <a:schemeClr val="accent2">
                      <a:lumMod val="20000"/>
                      <a:lumOff val="80000"/>
                      <a:alpha val="0"/>
                    </a:schemeClr>
                  </a:gs>
                </a:gsLst>
                <a:lin ang="5400000" scaled="1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zh-CN" altLang="en-US"/>
            </a:p>
          </p:txBody>
        </p:sp>
        <p:sp>
          <p:nvSpPr>
            <p:cNvPr id="108" name="0">
              <a:extLst>
                <a:ext uri="{FF2B5EF4-FFF2-40B4-BE49-F238E27FC236}">
                  <a16:creationId xmlns:a16="http://schemas.microsoft.com/office/drawing/2014/main" id="{E4D987BD-D1E6-584D-243D-3D923C711608}"/>
                </a:ext>
              </a:extLst>
            </p:cNvPr>
            <p:cNvSpPr/>
            <p:nvPr/>
          </p:nvSpPr>
          <p:spPr>
            <a:xfrm>
              <a:off x="4049486" y="1597576"/>
              <a:ext cx="4093028" cy="4093028"/>
            </a:xfrm>
            <a:prstGeom prst="roundRect">
              <a:avLst/>
            </a:prstGeom>
            <a:gradFill>
              <a:gsLst>
                <a:gs pos="0">
                  <a:schemeClr val="bg1"/>
                </a:gs>
                <a:gs pos="100000">
                  <a:schemeClr val="bg1"/>
                </a:gs>
                <a:gs pos="46000">
                  <a:schemeClr val="accent1">
                    <a:lumMod val="5000"/>
                    <a:lumOff val="95000"/>
                  </a:schemeClr>
                </a:gs>
              </a:gsLst>
              <a:path path="circle">
                <a:fillToRect r="100000" b="100000"/>
              </a:path>
            </a:gradFill>
            <a:ln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9" name="0">
              <a:extLst>
                <a:ext uri="{FF2B5EF4-FFF2-40B4-BE49-F238E27FC236}">
                  <a16:creationId xmlns:a16="http://schemas.microsoft.com/office/drawing/2014/main" id="{77CAEB31-A2A6-6ED3-0BEC-BC80F14C2F47}"/>
                </a:ext>
              </a:extLst>
            </p:cNvPr>
            <p:cNvSpPr/>
            <p:nvPr/>
          </p:nvSpPr>
          <p:spPr>
            <a:xfrm>
              <a:off x="4392210" y="1950192"/>
              <a:ext cx="3387796" cy="3387796"/>
            </a:xfrm>
            <a:prstGeom prst="roundRect">
              <a:avLst/>
            </a:prstGeom>
            <a:gradFill flip="none" rotWithShape="1">
              <a:gsLst>
                <a:gs pos="56000">
                  <a:schemeClr val="accent1">
                    <a:alpha val="0"/>
                  </a:schemeClr>
                </a:gs>
                <a:gs pos="100000">
                  <a:schemeClr val="accent1">
                    <a:alpha val="12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0" name="0">
              <a:extLst>
                <a:ext uri="{FF2B5EF4-FFF2-40B4-BE49-F238E27FC236}">
                  <a16:creationId xmlns:a16="http://schemas.microsoft.com/office/drawing/2014/main" id="{C0F5B3D9-63CC-A205-CB71-0F475099C4E1}"/>
                </a:ext>
              </a:extLst>
            </p:cNvPr>
            <p:cNvSpPr/>
            <p:nvPr/>
          </p:nvSpPr>
          <p:spPr>
            <a:xfrm>
              <a:off x="5050971" y="2545169"/>
              <a:ext cx="2090058" cy="2090058"/>
            </a:xfrm>
            <a:prstGeom prst="roundRect">
              <a:avLst/>
            </a:prstGeom>
            <a:gradFill flip="none" rotWithShape="1">
              <a:gsLst>
                <a:gs pos="23000">
                  <a:schemeClr val="accent1"/>
                </a:gs>
                <a:gs pos="100000">
                  <a:schemeClr val="accent1">
                    <a:lumMod val="80000"/>
                    <a:lumOff val="2000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 w="38100">
              <a:noFill/>
            </a:ln>
            <a:effectLst>
              <a:outerShdw blurRad="411480" dist="123444" dir="5400000" sx="108000" sy="108000" algn="ctr" rotWithShape="0">
                <a:schemeClr val="accent1">
                  <a:alpha val="4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8755" tIns="49378" rIns="98755" bIns="49378" rtlCol="0" anchor="ctr"/>
            <a:lstStyle/>
            <a:p>
              <a:pPr algn="ctr"/>
              <a:endParaRPr lang="zh-CN" altLang="en-US" sz="1944">
                <a:solidFill>
                  <a:schemeClr val="bg1"/>
                </a:solidFill>
                <a:effectLst>
                  <a:outerShdw blurRad="137160" dist="41148" dir="2699997" algn="tl">
                    <a:srgbClr val="000000">
                      <a:alpha val="40000"/>
                    </a:srgbClr>
                  </a:outerShdw>
                </a:effectLst>
                <a:latin typeface="+mj-ea"/>
                <a:ea typeface="+mj-ea"/>
              </a:endParaRPr>
            </a:p>
          </p:txBody>
        </p:sp>
        <p:sp>
          <p:nvSpPr>
            <p:cNvPr id="111" name="Title-0">
              <a:extLst>
                <a:ext uri="{FF2B5EF4-FFF2-40B4-BE49-F238E27FC236}">
                  <a16:creationId xmlns:a16="http://schemas.microsoft.com/office/drawing/2014/main" id="{AF8062EA-D793-A81F-2B5A-BEB7E9EEA562}"/>
                </a:ext>
              </a:extLst>
            </p:cNvPr>
            <p:cNvSpPr txBox="1"/>
            <p:nvPr>
              <p:custDataLst>
                <p:tags r:id="rId2"/>
              </p:custDataLst>
            </p:nvPr>
          </p:nvSpPr>
          <p:spPr>
            <a:xfrm>
              <a:off x="5050971" y="3153674"/>
              <a:ext cx="2222546" cy="862359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zh-CN" sz="2400" b="1" dirty="0" err="1">
                  <a:solidFill>
                    <a:schemeClr val="bg1"/>
                  </a:solidFill>
                  <a:latin typeface="+mj-ea"/>
                  <a:ea typeface="+mj-ea"/>
                  <a:cs typeface="Arial" panose="020B0604020202020204" pitchFamily="34" charset="0"/>
                </a:rPr>
                <a:t>PriceDiff</a:t>
              </a:r>
              <a:endParaRPr lang="zh-CN" altLang="en-US" sz="2400" b="1" dirty="0">
                <a:solidFill>
                  <a:schemeClr val="bg1"/>
                </a:solidFill>
                <a:latin typeface="+mj-ea"/>
                <a:ea typeface="+mj-ea"/>
                <a:cs typeface="Arial" panose="020B0604020202020204" pitchFamily="34" charset="0"/>
              </a:endParaRPr>
            </a:p>
          </p:txBody>
        </p:sp>
      </p:grpSp>
      <p:grpSp>
        <p:nvGrpSpPr>
          <p:cNvPr id="7" name="组合 6">
            <a:extLst>
              <a:ext uri="{FF2B5EF4-FFF2-40B4-BE49-F238E27FC236}">
                <a16:creationId xmlns:a16="http://schemas.microsoft.com/office/drawing/2014/main" id="{651643AE-D9A9-B893-0CA3-6291BA127AD7}"/>
              </a:ext>
            </a:extLst>
          </p:cNvPr>
          <p:cNvGrpSpPr/>
          <p:nvPr/>
        </p:nvGrpSpPr>
        <p:grpSpPr>
          <a:xfrm>
            <a:off x="338637" y="285750"/>
            <a:ext cx="8344854" cy="400050"/>
            <a:chOff x="338637" y="285750"/>
            <a:chExt cx="8344854" cy="400050"/>
          </a:xfrm>
        </p:grpSpPr>
        <p:sp>
          <p:nvSpPr>
            <p:cNvPr id="8" name="Text 1">
              <a:extLst>
                <a:ext uri="{FF2B5EF4-FFF2-40B4-BE49-F238E27FC236}">
                  <a16:creationId xmlns:a16="http://schemas.microsoft.com/office/drawing/2014/main" id="{17C0B6B6-3D88-D9CD-14AB-C2265A764458}"/>
                </a:ext>
              </a:extLst>
            </p:cNvPr>
            <p:cNvSpPr/>
            <p:nvPr/>
          </p:nvSpPr>
          <p:spPr>
            <a:xfrm>
              <a:off x="682491" y="285750"/>
              <a:ext cx="8001000" cy="400050"/>
            </a:xfrm>
            <a:prstGeom prst="rect">
              <a:avLst/>
            </a:prstGeom>
            <a:noFill/>
            <a:ln/>
          </p:spPr>
          <p:txBody>
            <a:bodyPr vert="horz" wrap="square" lIns="0" tIns="0" rIns="0" bIns="0" rtlCol="0" anchor="ctr"/>
            <a:lstStyle/>
            <a:p>
              <a:pPr marL="0" indent="0" algn="l">
                <a:lnSpc>
                  <a:spcPts val="3150"/>
                </a:lnSpc>
                <a:buNone/>
              </a:pPr>
              <a:r>
                <a:rPr lang="zh-CN" altLang="en-US" sz="2250" b="1" dirty="0">
                  <a:solidFill>
                    <a:srgbClr val="000000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工具创新与效能提升</a:t>
              </a:r>
              <a:endParaRPr lang="en-US" sz="2250" dirty="0"/>
            </a:p>
          </p:txBody>
        </p:sp>
        <p:sp>
          <p:nvSpPr>
            <p:cNvPr id="9" name="Text 3">
              <a:extLst>
                <a:ext uri="{FF2B5EF4-FFF2-40B4-BE49-F238E27FC236}">
                  <a16:creationId xmlns:a16="http://schemas.microsoft.com/office/drawing/2014/main" id="{72A71CD9-6560-12E6-929A-9584C3AFE0D8}"/>
                </a:ext>
              </a:extLst>
            </p:cNvPr>
            <p:cNvSpPr/>
            <p:nvPr/>
          </p:nvSpPr>
          <p:spPr>
            <a:xfrm>
              <a:off x="338637" y="319087"/>
              <a:ext cx="352425" cy="333375"/>
            </a:xfrm>
            <a:prstGeom prst="rect">
              <a:avLst/>
            </a:prstGeom>
            <a:noFill/>
            <a:ln/>
          </p:spPr>
          <p:txBody>
            <a:bodyPr vert="horz" wrap="square" lIns="0" tIns="0" rIns="0" bIns="0" rtlCol="0" anchor="ctr"/>
            <a:lstStyle/>
            <a:p>
              <a:pPr marL="0" indent="0" algn="l">
                <a:lnSpc>
                  <a:spcPts val="3038"/>
                </a:lnSpc>
                <a:buNone/>
              </a:pPr>
              <a:r>
                <a:rPr lang="en-US" sz="1875" b="1" dirty="0">
                  <a:solidFill>
                    <a:srgbClr val="4784CB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05</a:t>
              </a:r>
              <a:endParaRPr lang="en-US" sz="1875" dirty="0"/>
            </a:p>
          </p:txBody>
        </p:sp>
      </p:grpSp>
    </p:spTree>
    <p:extLst>
      <p:ext uri="{BB962C8B-B14F-4D97-AF65-F5344CB8AC3E}">
        <p14:creationId xmlns:p14="http://schemas.microsoft.com/office/powerpoint/2010/main" val="1235650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F8528F-435B-C1FD-C7FC-175FD1002C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1D44E09-F03F-04A0-60EB-6849F2360F43}"/>
              </a:ext>
            </a:extLst>
          </p:cNvPr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3" name="Image 0" descr="preencoded.png">
            <a:extLst>
              <a:ext uri="{FF2B5EF4-FFF2-40B4-BE49-F238E27FC236}">
                <a16:creationId xmlns:a16="http://schemas.microsoft.com/office/drawing/2014/main" id="{F3FFC53B-09EF-C3ED-73D0-BCCFB2BA5DE2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4" name="Image 1" descr="preencoded.png">
            <a:extLst>
              <a:ext uri="{FF2B5EF4-FFF2-40B4-BE49-F238E27FC236}">
                <a16:creationId xmlns:a16="http://schemas.microsoft.com/office/drawing/2014/main" id="{3B3014EA-3DDA-2DEC-D627-4823A29F020B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 t="3571" b="3571"/>
          <a:stretch/>
        </p:blipFill>
        <p:spPr>
          <a:xfrm>
            <a:off x="0" y="0"/>
            <a:ext cx="9144000" cy="1238250"/>
          </a:xfrm>
          <a:prstGeom prst="rect">
            <a:avLst/>
          </a:prstGeom>
        </p:spPr>
      </p:pic>
      <p:sp>
        <p:nvSpPr>
          <p:cNvPr id="6" name="Text 2">
            <a:extLst>
              <a:ext uri="{FF2B5EF4-FFF2-40B4-BE49-F238E27FC236}">
                <a16:creationId xmlns:a16="http://schemas.microsoft.com/office/drawing/2014/main" id="{8CCBF25C-0A37-320B-98E8-A42E5CE189E6}"/>
              </a:ext>
            </a:extLst>
          </p:cNvPr>
          <p:cNvSpPr/>
          <p:nvPr/>
        </p:nvSpPr>
        <p:spPr>
          <a:xfrm>
            <a:off x="571500" y="742950"/>
            <a:ext cx="8001000" cy="2095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ts val="165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33" name="图片 32">
            <a:extLst>
              <a:ext uri="{FF2B5EF4-FFF2-40B4-BE49-F238E27FC236}">
                <a16:creationId xmlns:a16="http://schemas.microsoft.com/office/drawing/2014/main" id="{A353E8C9-8590-617F-AB11-B3FD11455BF7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992429" y="80411"/>
            <a:ext cx="958214" cy="538714"/>
          </a:xfrm>
          <a:prstGeom prst="rect">
            <a:avLst/>
          </a:prstGeom>
        </p:spPr>
      </p:pic>
      <p:sp>
        <p:nvSpPr>
          <p:cNvPr id="34" name="文本框 33">
            <a:extLst>
              <a:ext uri="{FF2B5EF4-FFF2-40B4-BE49-F238E27FC236}">
                <a16:creationId xmlns:a16="http://schemas.microsoft.com/office/drawing/2014/main" id="{44CC261D-2C61-B309-97D8-DF6702764CD4}"/>
              </a:ext>
            </a:extLst>
          </p:cNvPr>
          <p:cNvSpPr txBox="1"/>
          <p:nvPr/>
        </p:nvSpPr>
        <p:spPr>
          <a:xfrm>
            <a:off x="6903826" y="4572517"/>
            <a:ext cx="371834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dirty="0"/>
              <a:t>Information Classification: Limited Access</a:t>
            </a:r>
            <a:endParaRPr lang="zh-CN" altLang="en-US" sz="900" dirty="0"/>
          </a:p>
        </p:txBody>
      </p:sp>
      <p:sp>
        <p:nvSpPr>
          <p:cNvPr id="20" name="2">
            <a:extLst>
              <a:ext uri="{FF2B5EF4-FFF2-40B4-BE49-F238E27FC236}">
                <a16:creationId xmlns:a16="http://schemas.microsoft.com/office/drawing/2014/main" id="{966EB747-B52C-32C7-A7A7-5F9C1A18BE6A}"/>
              </a:ext>
            </a:extLst>
          </p:cNvPr>
          <p:cNvSpPr/>
          <p:nvPr>
            <p:custDataLst>
              <p:tags r:id="rId1"/>
            </p:custDataLst>
          </p:nvPr>
        </p:nvSpPr>
        <p:spPr>
          <a:xfrm>
            <a:off x="3297253" y="2602694"/>
            <a:ext cx="3155105" cy="69309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4400"/>
          </a:p>
        </p:txBody>
      </p:sp>
      <p:sp>
        <p:nvSpPr>
          <p:cNvPr id="21" name="Title-2">
            <a:extLst>
              <a:ext uri="{FF2B5EF4-FFF2-40B4-BE49-F238E27FC236}">
                <a16:creationId xmlns:a16="http://schemas.microsoft.com/office/drawing/2014/main" id="{F28978E4-AD2F-B214-7D7C-B0687D30CD23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1745282" y="2602694"/>
            <a:ext cx="1551971" cy="693095"/>
          </a:xfrm>
          <a:prstGeom prst="rect">
            <a:avLst/>
          </a:prstGeom>
          <a:solidFill>
            <a:schemeClr val="accent2"/>
          </a:solidFill>
          <a:ln w="57150" cap="rnd">
            <a:noFill/>
            <a:prstDash val="solid"/>
            <a:round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rmAutofit/>
          </a:bodyPr>
          <a:lstStyle/>
          <a:p>
            <a:pPr algn="ctr" defTabSz="913765"/>
            <a:r>
              <a:rPr lang="zh-CN" altLang="en-US" sz="1400" b="1" dirty="0"/>
              <a:t>推广架构标准</a:t>
            </a:r>
          </a:p>
        </p:txBody>
      </p:sp>
      <p:sp>
        <p:nvSpPr>
          <p:cNvPr id="22" name="Body-2">
            <a:extLst>
              <a:ext uri="{FF2B5EF4-FFF2-40B4-BE49-F238E27FC236}">
                <a16:creationId xmlns:a16="http://schemas.microsoft.com/office/drawing/2014/main" id="{D41A28C9-57D0-D11E-C3D0-A1F6ED2B21F6}"/>
              </a:ext>
            </a:extLst>
          </p:cNvPr>
          <p:cNvSpPr txBox="1"/>
          <p:nvPr>
            <p:custDataLst>
              <p:tags r:id="rId3"/>
            </p:custDataLst>
          </p:nvPr>
        </p:nvSpPr>
        <p:spPr>
          <a:xfrm>
            <a:off x="3547073" y="2572756"/>
            <a:ext cx="2797652" cy="7383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>
              <a:lnSpc>
                <a:spcPct val="120000"/>
              </a:lnSpc>
              <a:defRPr sz="1400"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将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CLR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的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"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配置驱动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"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模式推广至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MDW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子系统，主导制定组内微服务设计规范，参与新项目的架构评审</a:t>
            </a:r>
            <a:endParaRPr lang="en-US" alt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" name="1">
            <a:extLst>
              <a:ext uri="{FF2B5EF4-FFF2-40B4-BE49-F238E27FC236}">
                <a16:creationId xmlns:a16="http://schemas.microsoft.com/office/drawing/2014/main" id="{7D13A94A-1A49-20C1-4233-F0A85D9F7CFA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3297253" y="1317365"/>
            <a:ext cx="3155105" cy="69309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4400"/>
          </a:p>
        </p:txBody>
      </p:sp>
      <p:sp>
        <p:nvSpPr>
          <p:cNvPr id="18" name="Title-1">
            <a:extLst>
              <a:ext uri="{FF2B5EF4-FFF2-40B4-BE49-F238E27FC236}">
                <a16:creationId xmlns:a16="http://schemas.microsoft.com/office/drawing/2014/main" id="{31726DF7-7164-8700-7AA4-885912BDAEE7}"/>
              </a:ext>
            </a:extLst>
          </p:cNvPr>
          <p:cNvSpPr/>
          <p:nvPr>
            <p:custDataLst>
              <p:tags r:id="rId5"/>
            </p:custDataLst>
          </p:nvPr>
        </p:nvSpPr>
        <p:spPr>
          <a:xfrm>
            <a:off x="1745282" y="1317365"/>
            <a:ext cx="1551971" cy="693095"/>
          </a:xfrm>
          <a:prstGeom prst="rect">
            <a:avLst/>
          </a:prstGeom>
          <a:solidFill>
            <a:schemeClr val="accent1"/>
          </a:solidFill>
          <a:ln w="57150" cap="rnd">
            <a:noFill/>
            <a:prstDash val="solid"/>
            <a:round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rmAutofit/>
          </a:bodyPr>
          <a:lstStyle/>
          <a:p>
            <a:pPr algn="ctr" defTabSz="913765"/>
            <a:r>
              <a:rPr lang="zh-CN" altLang="en-US" sz="1400" b="1" dirty="0"/>
              <a:t>技术标准化建设 </a:t>
            </a:r>
          </a:p>
        </p:txBody>
      </p:sp>
      <p:sp>
        <p:nvSpPr>
          <p:cNvPr id="19" name="Body-1">
            <a:extLst>
              <a:ext uri="{FF2B5EF4-FFF2-40B4-BE49-F238E27FC236}">
                <a16:creationId xmlns:a16="http://schemas.microsoft.com/office/drawing/2014/main" id="{2EA19716-86B7-28B4-1480-FDF18689A877}"/>
              </a:ext>
            </a:extLst>
          </p:cNvPr>
          <p:cNvSpPr txBox="1"/>
          <p:nvPr>
            <p:custDataLst>
              <p:tags r:id="rId6"/>
            </p:custDataLst>
          </p:nvPr>
        </p:nvSpPr>
        <p:spPr>
          <a:xfrm>
            <a:off x="3599240" y="1302348"/>
            <a:ext cx="2551132" cy="741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ct val="150000"/>
              </a:lnSpc>
              <a:defRPr sz="1200">
                <a:solidFill>
                  <a:schemeClr val="bg1">
                    <a:lumMod val="50000"/>
                  </a:schemeClr>
                </a:solidFill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 algn="l">
              <a:lnSpc>
                <a:spcPct val="120000"/>
              </a:lnSpc>
            </a:pPr>
            <a:r>
              <a:rPr lang="zh-CN" altLang="en-US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将</a:t>
            </a:r>
            <a:r>
              <a: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CLR</a:t>
            </a:r>
            <a:r>
              <a:rPr lang="zh-CN" altLang="en-US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模块化经验沉淀为</a:t>
            </a:r>
            <a:r>
              <a:rPr lang="en-US" altLang="zh-CN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SpringBoot</a:t>
            </a:r>
            <a:r>
              <a:rPr lang="zh-CN" altLang="en-US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脚手架，统一日志</a:t>
            </a:r>
            <a:r>
              <a: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异常</a:t>
            </a:r>
            <a:r>
              <a: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缓存标准 输出到</a:t>
            </a:r>
            <a:r>
              <a: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MDW</a:t>
            </a:r>
            <a:r>
              <a:rPr lang="zh-CN" altLang="en-US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项目中</a:t>
            </a:r>
            <a:endParaRPr lang="en-US" altLang="zh-CN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" name="3">
            <a:extLst>
              <a:ext uri="{FF2B5EF4-FFF2-40B4-BE49-F238E27FC236}">
                <a16:creationId xmlns:a16="http://schemas.microsoft.com/office/drawing/2014/main" id="{90EDE15A-3439-6704-C886-A722937409FA}"/>
              </a:ext>
            </a:extLst>
          </p:cNvPr>
          <p:cNvSpPr/>
          <p:nvPr>
            <p:custDataLst>
              <p:tags r:id="rId7"/>
            </p:custDataLst>
          </p:nvPr>
        </p:nvSpPr>
        <p:spPr>
          <a:xfrm>
            <a:off x="3297253" y="3967030"/>
            <a:ext cx="3155105" cy="69309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4400"/>
          </a:p>
        </p:txBody>
      </p:sp>
      <p:sp>
        <p:nvSpPr>
          <p:cNvPr id="15" name="Title-3">
            <a:extLst>
              <a:ext uri="{FF2B5EF4-FFF2-40B4-BE49-F238E27FC236}">
                <a16:creationId xmlns:a16="http://schemas.microsoft.com/office/drawing/2014/main" id="{123F67DF-DB38-C1AE-5891-566546A9E015}"/>
              </a:ext>
            </a:extLst>
          </p:cNvPr>
          <p:cNvSpPr/>
          <p:nvPr>
            <p:custDataLst>
              <p:tags r:id="rId8"/>
            </p:custDataLst>
          </p:nvPr>
        </p:nvSpPr>
        <p:spPr>
          <a:xfrm>
            <a:off x="1745282" y="3967030"/>
            <a:ext cx="1551971" cy="693095"/>
          </a:xfrm>
          <a:prstGeom prst="rect">
            <a:avLst/>
          </a:prstGeom>
          <a:solidFill>
            <a:schemeClr val="accent3"/>
          </a:solidFill>
          <a:ln w="57150" cap="rnd">
            <a:noFill/>
            <a:prstDash val="solid"/>
            <a:round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rmAutofit/>
          </a:bodyPr>
          <a:lstStyle/>
          <a:p>
            <a:pPr algn="ctr" defTabSz="913765"/>
            <a:r>
              <a:rPr lang="zh-CN" altLang="en-US" sz="1400" b="1" dirty="0"/>
              <a:t>自动化效能平台</a:t>
            </a:r>
            <a:endParaRPr lang="en-US" altLang="zh-CN" sz="1400" b="1" dirty="0"/>
          </a:p>
        </p:txBody>
      </p:sp>
      <p:sp>
        <p:nvSpPr>
          <p:cNvPr id="16" name="Body-3">
            <a:extLst>
              <a:ext uri="{FF2B5EF4-FFF2-40B4-BE49-F238E27FC236}">
                <a16:creationId xmlns:a16="http://schemas.microsoft.com/office/drawing/2014/main" id="{067CBBFB-E317-88E0-8257-F988E0C50504}"/>
              </a:ext>
            </a:extLst>
          </p:cNvPr>
          <p:cNvSpPr txBox="1"/>
          <p:nvPr>
            <p:custDataLst>
              <p:tags r:id="rId9"/>
            </p:custDataLst>
          </p:nvPr>
        </p:nvSpPr>
        <p:spPr>
          <a:xfrm>
            <a:off x="3547073" y="3982340"/>
            <a:ext cx="2551134" cy="5167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>
              <a:lnSpc>
                <a:spcPct val="120000"/>
              </a:lnSpc>
              <a:defRPr sz="1400"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基于现有的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TraceId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经验，建设统一告警中心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,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异常自动定位推送负责人。</a:t>
            </a:r>
            <a:endParaRPr lang="en-US" alt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7" name="组合 6">
            <a:extLst>
              <a:ext uri="{FF2B5EF4-FFF2-40B4-BE49-F238E27FC236}">
                <a16:creationId xmlns:a16="http://schemas.microsoft.com/office/drawing/2014/main" id="{E0C5EE03-485A-73B0-424B-927103912D68}"/>
              </a:ext>
            </a:extLst>
          </p:cNvPr>
          <p:cNvGrpSpPr/>
          <p:nvPr/>
        </p:nvGrpSpPr>
        <p:grpSpPr>
          <a:xfrm>
            <a:off x="338637" y="285750"/>
            <a:ext cx="8344854" cy="400050"/>
            <a:chOff x="338637" y="285750"/>
            <a:chExt cx="8344854" cy="400050"/>
          </a:xfrm>
        </p:grpSpPr>
        <p:sp>
          <p:nvSpPr>
            <p:cNvPr id="8" name="Text 1">
              <a:extLst>
                <a:ext uri="{FF2B5EF4-FFF2-40B4-BE49-F238E27FC236}">
                  <a16:creationId xmlns:a16="http://schemas.microsoft.com/office/drawing/2014/main" id="{5859EF26-0325-1459-A2F8-B6BAD79868FC}"/>
                </a:ext>
              </a:extLst>
            </p:cNvPr>
            <p:cNvSpPr/>
            <p:nvPr/>
          </p:nvSpPr>
          <p:spPr>
            <a:xfrm>
              <a:off x="682491" y="285750"/>
              <a:ext cx="8001000" cy="400050"/>
            </a:xfrm>
            <a:prstGeom prst="rect">
              <a:avLst/>
            </a:prstGeom>
            <a:noFill/>
            <a:ln/>
          </p:spPr>
          <p:txBody>
            <a:bodyPr vert="horz" wrap="square" lIns="0" tIns="0" rIns="0" bIns="0" rtlCol="0" anchor="ctr"/>
            <a:lstStyle/>
            <a:p>
              <a:pPr marL="0" indent="0" algn="l">
                <a:lnSpc>
                  <a:spcPts val="3150"/>
                </a:lnSpc>
                <a:buNone/>
              </a:pPr>
              <a:r>
                <a:rPr lang="zh-CN" altLang="en-US" sz="2250" b="1" dirty="0">
                  <a:solidFill>
                    <a:srgbClr val="000000"/>
                  </a:solidFill>
                  <a:latin typeface="Microsoft YaHei" pitchFamily="34" charset="0"/>
                  <a:ea typeface="Microsoft YaHei" pitchFamily="34" charset="-122"/>
                </a:rPr>
                <a:t>未来工作展望</a:t>
              </a:r>
              <a:endParaRPr lang="en-US" sz="2250" dirty="0"/>
            </a:p>
          </p:txBody>
        </p:sp>
        <p:sp>
          <p:nvSpPr>
            <p:cNvPr id="9" name="Text 3">
              <a:extLst>
                <a:ext uri="{FF2B5EF4-FFF2-40B4-BE49-F238E27FC236}">
                  <a16:creationId xmlns:a16="http://schemas.microsoft.com/office/drawing/2014/main" id="{A35C69CB-7A67-822B-1C63-EA5B140CBC66}"/>
                </a:ext>
              </a:extLst>
            </p:cNvPr>
            <p:cNvSpPr/>
            <p:nvPr/>
          </p:nvSpPr>
          <p:spPr>
            <a:xfrm>
              <a:off x="338637" y="319087"/>
              <a:ext cx="352425" cy="333375"/>
            </a:xfrm>
            <a:prstGeom prst="rect">
              <a:avLst/>
            </a:prstGeom>
            <a:noFill/>
            <a:ln/>
          </p:spPr>
          <p:txBody>
            <a:bodyPr vert="horz" wrap="square" lIns="0" tIns="0" rIns="0" bIns="0" rtlCol="0" anchor="ctr"/>
            <a:lstStyle/>
            <a:p>
              <a:pPr marL="0" indent="0" algn="l">
                <a:lnSpc>
                  <a:spcPts val="3038"/>
                </a:lnSpc>
                <a:buNone/>
              </a:pPr>
              <a:r>
                <a:rPr lang="en-US" sz="1875" b="1" dirty="0">
                  <a:solidFill>
                    <a:srgbClr val="4784CB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06</a:t>
              </a:r>
              <a:endParaRPr lang="en-US" sz="1875" dirty="0"/>
            </a:p>
          </p:txBody>
        </p:sp>
      </p:grpSp>
    </p:spTree>
    <p:extLst>
      <p:ext uri="{BB962C8B-B14F-4D97-AF65-F5344CB8AC3E}">
        <p14:creationId xmlns:p14="http://schemas.microsoft.com/office/powerpoint/2010/main" val="3611822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/>
      <p:bldP spid="17" grpId="0" animBg="1"/>
      <p:bldP spid="18" grpId="0" animBg="1"/>
      <p:bldP spid="19" grpId="0"/>
      <p:bldP spid="14" grpId="0" animBg="1"/>
      <p:bldP spid="15" grpId="0" animBg="1"/>
      <p:bldP spid="16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57070" y="200245"/>
            <a:ext cx="8001000" cy="6667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5250"/>
              </a:lnSpc>
              <a:buNone/>
            </a:pPr>
            <a:r>
              <a:rPr lang="zh-CN" altLang="en-US" sz="24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谢谢观看</a:t>
            </a:r>
            <a:endParaRPr lang="en-US" sz="2400" dirty="0"/>
          </a:p>
        </p:txBody>
      </p:sp>
      <p:grpSp>
        <p:nvGrpSpPr>
          <p:cNvPr id="80" name="组合 79">
            <a:extLst>
              <a:ext uri="{FF2B5EF4-FFF2-40B4-BE49-F238E27FC236}">
                <a16:creationId xmlns:a16="http://schemas.microsoft.com/office/drawing/2014/main" id="{A9E35FB7-8060-DBEA-F2EB-E0CAA2F943C4}"/>
              </a:ext>
            </a:extLst>
          </p:cNvPr>
          <p:cNvGrpSpPr/>
          <p:nvPr/>
        </p:nvGrpSpPr>
        <p:grpSpPr>
          <a:xfrm>
            <a:off x="357070" y="4272043"/>
            <a:ext cx="8001000" cy="409575"/>
            <a:chOff x="571500" y="3609974"/>
            <a:chExt cx="8001000" cy="409575"/>
          </a:xfrm>
        </p:grpSpPr>
        <p:sp>
          <p:nvSpPr>
            <p:cNvPr id="5" name="Text 2"/>
            <p:cNvSpPr/>
            <p:nvPr/>
          </p:nvSpPr>
          <p:spPr>
            <a:xfrm>
              <a:off x="571500" y="3609974"/>
              <a:ext cx="8001000" cy="190500"/>
            </a:xfrm>
            <a:prstGeom prst="rect">
              <a:avLst/>
            </a:prstGeom>
            <a:noFill/>
            <a:ln/>
          </p:spPr>
          <p:txBody>
            <a:bodyPr vert="horz" wrap="square" lIns="0" tIns="0" rIns="0" bIns="0" rtlCol="0" anchor="ctr"/>
            <a:lstStyle/>
            <a:p>
              <a:pPr>
                <a:lnSpc>
                  <a:spcPts val="1500"/>
                </a:lnSpc>
              </a:pPr>
              <a:r>
                <a:rPr lang="en-US" altLang="zh-CN" sz="1200" dirty="0">
                  <a:solidFill>
                    <a:srgbClr val="000000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220336-</a:t>
              </a:r>
              <a:r>
                <a:rPr lang="zh-CN" altLang="en-US" sz="1200" dirty="0">
                  <a:solidFill>
                    <a:srgbClr val="000000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吴成伟 </a:t>
              </a:r>
              <a:r>
                <a:rPr lang="en-US" sz="1200" dirty="0">
                  <a:solidFill>
                    <a:srgbClr val="000000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SS-Alpha</a:t>
              </a:r>
              <a:endParaRPr lang="en-US" sz="1200" dirty="0"/>
            </a:p>
          </p:txBody>
        </p:sp>
        <p:sp>
          <p:nvSpPr>
            <p:cNvPr id="7" name="Text 3">
              <a:extLst>
                <a:ext uri="{FF2B5EF4-FFF2-40B4-BE49-F238E27FC236}">
                  <a16:creationId xmlns:a16="http://schemas.microsoft.com/office/drawing/2014/main" id="{D036F461-F274-99E8-5E24-AEFC076DBCFE}"/>
                </a:ext>
              </a:extLst>
            </p:cNvPr>
            <p:cNvSpPr/>
            <p:nvPr/>
          </p:nvSpPr>
          <p:spPr>
            <a:xfrm>
              <a:off x="571500" y="3800474"/>
              <a:ext cx="8001000" cy="219075"/>
            </a:xfrm>
            <a:prstGeom prst="rect">
              <a:avLst/>
            </a:prstGeom>
            <a:noFill/>
            <a:ln/>
          </p:spPr>
          <p:txBody>
            <a:bodyPr vert="horz" wrap="square" lIns="0" tIns="0" rIns="0" bIns="0" rtlCol="0" anchor="ctr"/>
            <a:lstStyle/>
            <a:p>
              <a:pPr marL="0" indent="0" algn="l">
                <a:lnSpc>
                  <a:spcPts val="1725"/>
                </a:lnSpc>
                <a:buNone/>
              </a:pPr>
              <a:r>
                <a:rPr lang="en-US" sz="1200" dirty="0">
                  <a:solidFill>
                    <a:srgbClr val="000000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2026.3</a:t>
              </a:r>
              <a:endParaRPr lang="en-US" sz="1200" dirty="0"/>
            </a:p>
          </p:txBody>
        </p:sp>
      </p:grpSp>
      <p:pic>
        <p:nvPicPr>
          <p:cNvPr id="8" name="图片 7">
            <a:extLst>
              <a:ext uri="{FF2B5EF4-FFF2-40B4-BE49-F238E27FC236}">
                <a16:creationId xmlns:a16="http://schemas.microsoft.com/office/drawing/2014/main" id="{A1D185C5-8D02-8FE4-3EE4-621DAABEE333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992429" y="80411"/>
            <a:ext cx="958214" cy="538714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E4D3E648-85A1-FC57-6FCB-552F707E983C}"/>
              </a:ext>
            </a:extLst>
          </p:cNvPr>
          <p:cNvSpPr txBox="1"/>
          <p:nvPr/>
        </p:nvSpPr>
        <p:spPr>
          <a:xfrm>
            <a:off x="6825624" y="4724701"/>
            <a:ext cx="371834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dirty="0"/>
              <a:t>Information Classification: Limited Access</a:t>
            </a:r>
            <a:endParaRPr lang="zh-CN" altLang="en-US" sz="900" dirty="0"/>
          </a:p>
        </p:txBody>
      </p:sp>
      <p:grpSp>
        <p:nvGrpSpPr>
          <p:cNvPr id="67" name="组合 66">
            <a:extLst>
              <a:ext uri="{FF2B5EF4-FFF2-40B4-BE49-F238E27FC236}">
                <a16:creationId xmlns:a16="http://schemas.microsoft.com/office/drawing/2014/main" id="{F9E4B02C-57CD-AA6E-CD92-4CE273C53FD0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808428" y="1274521"/>
            <a:ext cx="7527144" cy="2594458"/>
            <a:chOff x="1958310" y="1526445"/>
            <a:chExt cx="5365290" cy="1849310"/>
          </a:xfrm>
        </p:grpSpPr>
        <p:grpSp>
          <p:nvGrpSpPr>
            <p:cNvPr id="68" name="组合 67">
              <a:extLst>
                <a:ext uri="{FF2B5EF4-FFF2-40B4-BE49-F238E27FC236}">
                  <a16:creationId xmlns:a16="http://schemas.microsoft.com/office/drawing/2014/main" id="{5444594F-6788-B527-B92D-FBD27C7E6E82}"/>
                </a:ext>
              </a:extLst>
            </p:cNvPr>
            <p:cNvGrpSpPr/>
            <p:nvPr/>
          </p:nvGrpSpPr>
          <p:grpSpPr>
            <a:xfrm>
              <a:off x="1958310" y="1526445"/>
              <a:ext cx="2455200" cy="1849310"/>
              <a:chOff x="1958310" y="1503813"/>
              <a:chExt cx="2455200" cy="1849310"/>
            </a:xfrm>
          </p:grpSpPr>
          <p:sp>
            <p:nvSpPr>
              <p:cNvPr id="75" name="Title-1">
                <a:extLst>
                  <a:ext uri="{FF2B5EF4-FFF2-40B4-BE49-F238E27FC236}">
                    <a16:creationId xmlns:a16="http://schemas.microsoft.com/office/drawing/2014/main" id="{329B24D8-A5BD-9677-28FD-54E19853C380}"/>
                  </a:ext>
                </a:extLst>
              </p:cNvPr>
              <p:cNvSpPr txBox="1"/>
              <p:nvPr>
                <p:custDataLst>
                  <p:tags r:id="rId5"/>
                </p:custDataLst>
              </p:nvPr>
            </p:nvSpPr>
            <p:spPr>
              <a:xfrm>
                <a:off x="1958310" y="1685007"/>
                <a:ext cx="2455200" cy="369332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/>
              <a:p>
                <a:pPr algn="ctr"/>
                <a:r>
                  <a:rPr lang="zh-CN" altLang="en-US" b="1" dirty="0">
                    <a:solidFill>
                      <a:schemeClr val="bg2">
                        <a:lumMod val="25000"/>
                      </a:schemeClr>
                    </a:solidFill>
                    <a:latin typeface="+mn-ea"/>
                    <a:sym typeface="Arial" panose="020B0604020202020204" pitchFamily="34" charset="0"/>
                  </a:rPr>
                  <a:t>感谢倾听</a:t>
                </a:r>
              </a:p>
            </p:txBody>
          </p:sp>
          <p:sp>
            <p:nvSpPr>
              <p:cNvPr id="76" name="Body-1">
                <a:extLst>
                  <a:ext uri="{FF2B5EF4-FFF2-40B4-BE49-F238E27FC236}">
                    <a16:creationId xmlns:a16="http://schemas.microsoft.com/office/drawing/2014/main" id="{AB82B57E-19F6-E1E3-739A-1BFA441C352A}"/>
                  </a:ext>
                </a:extLst>
              </p:cNvPr>
              <p:cNvSpPr>
                <a:spLocks/>
              </p:cNvSpPr>
              <p:nvPr>
                <p:custDataLst>
                  <p:tags r:id="rId6"/>
                </p:custDataLst>
              </p:nvPr>
            </p:nvSpPr>
            <p:spPr>
              <a:xfrm>
                <a:off x="1958310" y="2235580"/>
                <a:ext cx="2455200" cy="1117543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108000" tIns="108000" rIns="108000" bIns="108000" rtlCol="0" anchor="t" anchorCtr="0">
                <a:no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defTabSz="913765" rtl="0" eaLnBrk="1" fontAlgn="auto" latinLnBrk="0" hangingPunct="1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100000"/>
                  <a:buFontTx/>
                  <a:buNone/>
                  <a:tabLst/>
                  <a:defRPr/>
                </a:pPr>
                <a:r>
                  <a:rPr lang="zh-CN" altLang="en-US" sz="14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ea"/>
                    <a:sym typeface="Arial" panose="020B0604020202020204" pitchFamily="34" charset="0"/>
                  </a:rPr>
                  <a:t>衷心感谢各位领导和同事的倾听与指导。</a:t>
                </a:r>
                <a:endParaRPr kumimoji="0" lang="en-GB" altLang="zh-CN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effectLst/>
                  <a:uLnTx/>
                  <a:uFillTx/>
                  <a:latin typeface="+mn-ea"/>
                  <a:sym typeface="Arial" panose="020B0604020202020204" pitchFamily="34" charset="0"/>
                </a:endParaRPr>
              </a:p>
            </p:txBody>
          </p:sp>
          <p:sp>
            <p:nvSpPr>
              <p:cNvPr id="77" name="Index-1">
                <a:extLst>
                  <a:ext uri="{FF2B5EF4-FFF2-40B4-BE49-F238E27FC236}">
                    <a16:creationId xmlns:a16="http://schemas.microsoft.com/office/drawing/2014/main" id="{832B8FC7-D9F7-E459-8594-537061AA3A12}"/>
                  </a:ext>
                </a:extLst>
              </p:cNvPr>
              <p:cNvSpPr txBox="1"/>
              <p:nvPr>
                <p:custDataLst>
                  <p:tags r:id="rId7"/>
                </p:custDataLst>
              </p:nvPr>
            </p:nvSpPr>
            <p:spPr>
              <a:xfrm>
                <a:off x="1958310" y="1554614"/>
                <a:ext cx="2455200" cy="253916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/>
              <a:p>
                <a:endParaRPr lang="zh-CN" altLang="en-US" sz="1400" b="1" dirty="0">
                  <a:solidFill>
                    <a:schemeClr val="accent1"/>
                  </a:solidFill>
                  <a:ea typeface="微软雅黑" panose="020B0503020204020204" pitchFamily="34" charset="-122"/>
                  <a:sym typeface="Arial" panose="020B0604020202020204" pitchFamily="34" charset="0"/>
                </a:endParaRPr>
              </a:p>
            </p:txBody>
          </p:sp>
          <p:cxnSp>
            <p:nvCxnSpPr>
              <p:cNvPr id="78" name="1">
                <a:extLst>
                  <a:ext uri="{FF2B5EF4-FFF2-40B4-BE49-F238E27FC236}">
                    <a16:creationId xmlns:a16="http://schemas.microsoft.com/office/drawing/2014/main" id="{FA592B35-B422-4B36-C07F-D92902032BD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61265" y="1503813"/>
                <a:ext cx="2105025" cy="0"/>
              </a:xfrm>
              <a:prstGeom prst="line">
                <a:avLst/>
              </a:prstGeom>
              <a:ln w="12700">
                <a:solidFill>
                  <a:schemeClr val="bg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9" name="1">
                <a:extLst>
                  <a:ext uri="{FF2B5EF4-FFF2-40B4-BE49-F238E27FC236}">
                    <a16:creationId xmlns:a16="http://schemas.microsoft.com/office/drawing/2014/main" id="{25B843C2-DC45-7E7D-7640-9A2D3B071FF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61265" y="2212387"/>
                <a:ext cx="2105025" cy="0"/>
              </a:xfrm>
              <a:prstGeom prst="line">
                <a:avLst/>
              </a:prstGeom>
              <a:ln w="12700">
                <a:solidFill>
                  <a:schemeClr val="bg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9" name="组合 68">
              <a:extLst>
                <a:ext uri="{FF2B5EF4-FFF2-40B4-BE49-F238E27FC236}">
                  <a16:creationId xmlns:a16="http://schemas.microsoft.com/office/drawing/2014/main" id="{9E13BD5F-72F5-B85D-0A77-6825CE028E8A}"/>
                </a:ext>
              </a:extLst>
            </p:cNvPr>
            <p:cNvGrpSpPr/>
            <p:nvPr/>
          </p:nvGrpSpPr>
          <p:grpSpPr>
            <a:xfrm>
              <a:off x="4868400" y="1526445"/>
              <a:ext cx="2455200" cy="1849310"/>
              <a:chOff x="4868400" y="1503813"/>
              <a:chExt cx="2455200" cy="1849310"/>
            </a:xfrm>
          </p:grpSpPr>
          <p:sp>
            <p:nvSpPr>
              <p:cNvPr id="70" name="Title-2">
                <a:extLst>
                  <a:ext uri="{FF2B5EF4-FFF2-40B4-BE49-F238E27FC236}">
                    <a16:creationId xmlns:a16="http://schemas.microsoft.com/office/drawing/2014/main" id="{FEEF439F-40B2-8063-E52A-83372E9BF5E0}"/>
                  </a:ext>
                </a:extLst>
              </p:cNvPr>
              <p:cNvSpPr txBox="1"/>
              <p:nvPr>
                <p:custDataLst>
                  <p:tags r:id="rId2"/>
                </p:custDataLst>
              </p:nvPr>
            </p:nvSpPr>
            <p:spPr>
              <a:xfrm>
                <a:off x="4868400" y="1685007"/>
                <a:ext cx="2455200" cy="369332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/>
              <a:p>
                <a:r>
                  <a:rPr lang="zh-CN" altLang="en-US" b="1" dirty="0">
                    <a:solidFill>
                      <a:schemeClr val="accent1">
                        <a:lumMod val="75000"/>
                      </a:schemeClr>
                    </a:solidFill>
                    <a:latin typeface="+mn-ea"/>
                    <a:sym typeface="Arial" panose="020B0604020202020204" pitchFamily="34" charset="0"/>
                  </a:rPr>
                  <a:t>诚挚期待</a:t>
                </a:r>
              </a:p>
            </p:txBody>
          </p:sp>
          <p:sp>
            <p:nvSpPr>
              <p:cNvPr id="71" name="Body-2">
                <a:extLst>
                  <a:ext uri="{FF2B5EF4-FFF2-40B4-BE49-F238E27FC236}">
                    <a16:creationId xmlns:a16="http://schemas.microsoft.com/office/drawing/2014/main" id="{DC3DA8E6-54BF-6A62-BA4C-A06B3E3F203D}"/>
                  </a:ext>
                </a:extLst>
              </p:cNvPr>
              <p:cNvSpPr>
                <a:spLocks/>
              </p:cNvSpPr>
              <p:nvPr>
                <p:custDataLst>
                  <p:tags r:id="rId3"/>
                </p:custDataLst>
              </p:nvPr>
            </p:nvSpPr>
            <p:spPr>
              <a:xfrm>
                <a:off x="4868400" y="2235580"/>
                <a:ext cx="2455200" cy="1117543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108000" tIns="108000" rIns="108000" bIns="108000" rtlCol="0" anchor="t" anchorCtr="0">
                <a:no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defTabSz="913765" rtl="0" eaLnBrk="1" fontAlgn="auto" latinLnBrk="0" hangingPunct="1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100000"/>
                  <a:buFontTx/>
                  <a:buNone/>
                  <a:tabLst/>
                  <a:defRPr/>
                </a:pPr>
                <a:r>
                  <a:rPr kumimoji="0" lang="zh-CN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2">
                        <a:lumMod val="75000"/>
                        <a:lumOff val="25000"/>
                      </a:schemeClr>
                    </a:solidFill>
                    <a:effectLst/>
                    <a:uLnTx/>
                    <a:uFillTx/>
                    <a:latin typeface="+mn-ea"/>
                    <a:sym typeface="Arial" panose="020B0604020202020204" pitchFamily="34" charset="0"/>
                  </a:rPr>
                  <a:t>期待能够获得晋升机会，为公司发展贡献更大</a:t>
                </a:r>
                <a:r>
                  <a:rPr kumimoji="0" lang="zh-CN" altLang="en-US" sz="14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2">
                        <a:lumMod val="75000"/>
                        <a:lumOff val="25000"/>
                      </a:schemeClr>
                    </a:solidFill>
                    <a:effectLst/>
                    <a:uLnTx/>
                    <a:uFillTx/>
                    <a:latin typeface="+mn-ea"/>
                    <a:sym typeface="Arial" panose="020B0604020202020204" pitchFamily="34" charset="0"/>
                  </a:rPr>
                  <a:t>力量。 </a:t>
                </a:r>
                <a:endParaRPr kumimoji="0" lang="en-GB" altLang="zh-CN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2">
                      <a:lumMod val="75000"/>
                      <a:lumOff val="25000"/>
                    </a:schemeClr>
                  </a:solidFill>
                  <a:effectLst/>
                  <a:uLnTx/>
                  <a:uFillTx/>
                  <a:latin typeface="+mn-ea"/>
                  <a:sym typeface="Arial" panose="020B0604020202020204" pitchFamily="34" charset="0"/>
                </a:endParaRPr>
              </a:p>
            </p:txBody>
          </p:sp>
          <p:sp>
            <p:nvSpPr>
              <p:cNvPr id="72" name="Index-2">
                <a:extLst>
                  <a:ext uri="{FF2B5EF4-FFF2-40B4-BE49-F238E27FC236}">
                    <a16:creationId xmlns:a16="http://schemas.microsoft.com/office/drawing/2014/main" id="{6E51C763-5BC4-4536-358C-5F70459495A1}"/>
                  </a:ext>
                </a:extLst>
              </p:cNvPr>
              <p:cNvSpPr txBox="1"/>
              <p:nvPr>
                <p:custDataLst>
                  <p:tags r:id="rId4"/>
                </p:custDataLst>
              </p:nvPr>
            </p:nvSpPr>
            <p:spPr>
              <a:xfrm>
                <a:off x="4868400" y="1554614"/>
                <a:ext cx="2455200" cy="253916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/>
              <a:p>
                <a:endParaRPr lang="zh-CN" altLang="en-US" sz="1400" b="1" dirty="0">
                  <a:solidFill>
                    <a:schemeClr val="accent2"/>
                  </a:solidFill>
                  <a:ea typeface="微软雅黑" panose="020B0503020204020204" pitchFamily="34" charset="-122"/>
                  <a:sym typeface="Arial" panose="020B0604020202020204" pitchFamily="34" charset="0"/>
                </a:endParaRPr>
              </a:p>
            </p:txBody>
          </p:sp>
          <p:cxnSp>
            <p:nvCxnSpPr>
              <p:cNvPr id="73" name="2">
                <a:extLst>
                  <a:ext uri="{FF2B5EF4-FFF2-40B4-BE49-F238E27FC236}">
                    <a16:creationId xmlns:a16="http://schemas.microsoft.com/office/drawing/2014/main" id="{E22A936B-E595-3248-C30A-E52B5476F71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971355" y="1503813"/>
                <a:ext cx="2105025" cy="0"/>
              </a:xfrm>
              <a:prstGeom prst="line">
                <a:avLst/>
              </a:prstGeom>
              <a:ln w="12700">
                <a:solidFill>
                  <a:schemeClr val="bg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4" name="2">
                <a:extLst>
                  <a:ext uri="{FF2B5EF4-FFF2-40B4-BE49-F238E27FC236}">
                    <a16:creationId xmlns:a16="http://schemas.microsoft.com/office/drawing/2014/main" id="{681BD00B-31D1-4703-916E-CF4551CE208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971355" y="2212387"/>
                <a:ext cx="2105025" cy="0"/>
              </a:xfrm>
              <a:prstGeom prst="line">
                <a:avLst/>
              </a:prstGeom>
              <a:ln w="12700">
                <a:solidFill>
                  <a:schemeClr val="bg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ATA_TYPE" val="OfficePlusSmartComponent"/>
  <p:tag name="OP_SCP_TAG_VERSION" val="1.0"/>
  <p:tag name="OP_SCP_CHANGE_COLOR" val="N"/>
  <p:tag name="OP_SCP_COMPONENT_TYPE" val="Relation"/>
  <p:tag name="OP_SCP_CONTENT_ID" val="MatlComponentContent-10934"/>
  <p:tag name="OP_SCP_COMPONENT_INFO" val="{&quot;title&quot;:&quot;蓝绿色几何3项技术路线流程PPT组件&quot;,&quot;description&quot;:&quot;蓝绿色几何3项技术路线流程PPT组件&quot;,&quot;keywords&quot;:[&quot;蓝色&quot;,&quot;绿色&quot;,&quot;几何&quot;,&quot;3项&quot;,&quot;技术路线&quot;,&quot;流程&quot;,&quot;PPT组件&quot;],&quot;labels&quot;:[]}"/>
  <p:tag name="OP_SCP_GROUP_ID" val="65a7d66b-ddad-c932-9461-1a5419b25dde"/>
  <p:tag name="OP_SCP_ITEM_COUNT" val="3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ATA_TYPE" val="OfficePlusSmartComponent"/>
  <p:tag name="OP_SCP_TAG_VERSION" val="1.0"/>
  <p:tag name="OP_SCP_CHANGE_COLOR" val="N"/>
  <p:tag name="OP_SCP_COMPONENT_TYPE" val="Relation"/>
  <p:tag name="OP_SCP_CONTENT_ID" val="MatlComponentContent-1913"/>
  <p:tag name="OP_SCP_COMPONENT_INFO" val="{&quot;title&quot;:&quot;渐变风循环常规元素_3项&quot;,&quot;description&quot;:&quot;蓝色,3项&quot;,&quot;keywords&quot;:[&quot;蓝色&quot;,&quot;3项&quot;],&quot;labels&quot;:[]}"/>
  <p:tag name="OP_SCP_GROUP_ID" val="d9b7a95a-6ffc-69c5-027f-a6b7e75d9927"/>
  <p:tag name="OP_SCP_ITEM_COUNT" val="3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SHAPE_TYPE" val="Index"/>
  <p:tag name="OP_SCP_ITEM_INDEX" val="1"/>
  <p:tag name="OP_SCP_DEFAULT_TEXT" val="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SHAPE_TYPE" val="Body"/>
  <p:tag name="OP_SCP_ITEM_INDEX" val="1"/>
  <p:tag name="OP_SCP_DEFAULT_TEXT" val="单击此处添加文本，单击此处添加文本，单击此处添加文本。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SHAPE_TYPE" val="Title"/>
  <p:tag name="OP_SCP_ITEM_INDEX" val="1"/>
  <p:tag name="OP_SCP_DEFAULT_TEXT" val="添加标题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SHAPE_TYPE" val="Index"/>
  <p:tag name="OP_SCP_ITEM_INDEX" val="2"/>
  <p:tag name="OP_SCP_DEFAULT_TEXT" val="2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SHAPE_TYPE" val="Body"/>
  <p:tag name="OP_SCP_ITEM_INDEX" val="2"/>
  <p:tag name="OP_SCP_DEFAULT_TEXT" val="单击此处添加文本，单击此处添加文本，单击此处添加文本。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SHAPE_TYPE" val="Title"/>
  <p:tag name="OP_SCP_ITEM_INDEX" val="2"/>
  <p:tag name="OP_SCP_DEFAULT_TEXT" val="添加标题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SHAPE_TYPE" val="Index"/>
  <p:tag name="OP_SCP_ITEM_INDEX" val="3"/>
  <p:tag name="OP_SCP_DEFAULT_TEXT" val="3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SHAPE_TYPE" val="Body"/>
  <p:tag name="OP_SCP_ITEM_INDEX" val="3"/>
  <p:tag name="OP_SCP_DEFAULT_TEXT" val="单击此处添加文本，单击此处添加文本，单击此处添加文本。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SHAPE_TYPE" val="Title"/>
  <p:tag name="OP_SCP_ITEM_INDEX" val="3"/>
  <p:tag name="OP_SCP_DEFAULT_TEXT" val="添加标题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SHAPE_TYPE" val="Title"/>
  <p:tag name="OP_SCP_ITEM_INDEX" val="3"/>
  <p:tag name="OP_SCP_DEFAULT_TEXT" val="添加标题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YPE" val="icon"/>
  <p:tag name="OP_SCP_SHAPE_TYPE" val="Image"/>
  <p:tag name="OP_SCP_ITEM_INDEX" val="3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SHAPE_TYPE" val="Body"/>
  <p:tag name="OP_SCP_ITEM_INDEX" val="3"/>
  <p:tag name="OP_SCP_DEFAULT_TEXT" val="单击此处添加文本，单击此处添加文本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SHAPE_TYPE" val="Title"/>
  <p:tag name="OP_SCP_ITEM_INDEX" val="2"/>
  <p:tag name="OP_SCP_DEFAULT_TEXT" val="添加标题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YPE" val="icon"/>
  <p:tag name="OP_SCP_SHAPE_TYPE" val="Image"/>
  <p:tag name="OP_SCP_ITEM_INDEX" val="2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SHAPE_TYPE" val="Body"/>
  <p:tag name="OP_SCP_ITEM_INDEX" val="2"/>
  <p:tag name="OP_SCP_DEFAULT_TEXT" val="单击此处添加文本，单击此处添加文本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SHAPE_TYPE" val="Title"/>
  <p:tag name="OP_SCP_ITEM_INDEX" val="1"/>
  <p:tag name="OP_SCP_DEFAULT_TEXT" val="添加标题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YPE" val="icon"/>
  <p:tag name="OP_SCP_SHAPE_TYPE" val="Image"/>
  <p:tag name="OP_SCP_ITEM_INDEX" val="1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SHAPE_TYPE" val="Body"/>
  <p:tag name="OP_SCP_ITEM_INDEX" val="1"/>
  <p:tag name="OP_SCP_DEFAULT_TEXT" val="单击此处添加文本，单击此处添加文本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ATA_TYPE" val="OfficePlusSmartComponent"/>
  <p:tag name="OP_SCP_TAG_VERSION" val="1.0"/>
  <p:tag name="OP_SCP_CHANGE_COLOR" val="N"/>
  <p:tag name="OP_SCP_COMPONENT_TYPE" val="Relation"/>
  <p:tag name="OP_SCP_CONTENT_ID" val="MatlComponentContent-15286"/>
  <p:tag name="OP_SCP_COMPONENT_INFO" val="{&quot;title&quot;:&quot;渐变4项矩阵四象限&quot;,&quot;description&quot;:&quot;渐变4项矩阵四象限&quot;,&quot;keywords&quot;:[&quot;渐变&quot;,&quot;4项&quot;,&quot;矩阵&quot;],&quot;labels&quot;:[]}"/>
  <p:tag name="OP_SCP_GROUP_ID" val="95357cad-d159-a1e9-7bad-8e670f070fe7"/>
  <p:tag name="OP_SCP_ITEM_COUNT" val="4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SHAPE_TYPE" val="Title"/>
  <p:tag name="OP_SCP_ITEM_INDEX" val="0"/>
  <p:tag name="OP_SCP_DEFAULT_TEXT" val="添加标题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SHAPE_TYPE" val="Index"/>
  <p:tag name="OP_SCP_ITEM_INDEX" val="4"/>
  <p:tag name="OP_SCP_DEFAULT_TEXT" val="04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SHAPE_TYPE" val="Body"/>
  <p:tag name="OP_SCP_ITEM_INDEX" val="4"/>
  <p:tag name="OP_SCP_DEFAULT_TEXT" val="单击此处添加文本，单击此处添加文本。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SHAPE_TYPE" val="Index"/>
  <p:tag name="OP_SCP_ITEM_INDEX" val="3"/>
  <p:tag name="OP_SCP_DEFAULT_TEXT" val="03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SHAPE_TYPE" val="Body"/>
  <p:tag name="OP_SCP_ITEM_INDEX" val="3"/>
  <p:tag name="OP_SCP_DEFAULT_TEXT" val="单击此处添加文本，单击此处添加文本。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SHAPE_TYPE" val="Index"/>
  <p:tag name="OP_SCP_ITEM_INDEX" val="2"/>
  <p:tag name="OP_SCP_DEFAULT_TEXT" val="02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SHAPE_TYPE" val="Body"/>
  <p:tag name="OP_SCP_ITEM_INDEX" val="2"/>
  <p:tag name="OP_SCP_DEFAULT_TEXT" val="单击此处添加文本，单击此处添加文本。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SHAPE_TYPE" val="Index"/>
  <p:tag name="OP_SCP_ITEM_INDEX" val="1"/>
  <p:tag name="OP_SCP_DEFAULT_TEXT" val="01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SHAPE_TYPE" val="Body"/>
  <p:tag name="OP_SCP_ITEM_INDEX" val="1"/>
  <p:tag name="OP_SCP_DEFAULT_TEXT" val="单击此处添加文本，单击此处添加文本。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YPE" val="icon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YPE" val="icon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YPE" val="icon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ATA_TYPE" val="OfficePlusSmartComponent"/>
  <p:tag name="OP_SCP_TAG_VERSION" val="1.0"/>
  <p:tag name="OP_SCP_CHANGE_COLOR" val="N"/>
  <p:tag name="OP_SCP_COMPONENT_TYPE" val="Relation"/>
  <p:tag name="OP_SCP_CONTENT_ID" val="MatlComponentContent-14196"/>
  <p:tag name="OP_SCP_COMPONENT_INFO" val="{&quot;title&quot;:&quot;扁平5项列表齿轮（2）&quot;,&quot;description&quot;:&quot;扁平5项列表齿轮（2）&quot;,&quot;keywords&quot;:[&quot;扁平&quot;,&quot;5项&quot;,&quot;列表&quot;],&quot;labels&quot;:[]}"/>
  <p:tag name="OP_SCP_GROUP_ID" val="de44e694-2488-5d7b-bcb2-2a97a98a6244"/>
  <p:tag name="OP_SCP_ITEM_COUNT" val="5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YPE" val="icon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YPE" val="icon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SHAPE_TYPE" val="Body"/>
  <p:tag name="OP_SCP_ITEM_INDEX" val="4"/>
  <p:tag name="OP_SCP_DEFAULT_TEXT" val="单击此处添加文本，单击此处添加文本，单击此处添加文本。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SHAPE_TYPE" val="Title"/>
  <p:tag name="OP_SCP_DEFAULT_TEXT" val="添加标题"/>
  <p:tag name="OP_SCP_ITEM_INDEX" val="4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SHAPE_TYPE" val="Body"/>
  <p:tag name="OP_SCP_DEFAULT_TEXT" val="单击此处添加文本，单击此处添加文本。"/>
  <p:tag name="OP_SCP_ITEM_INDEX" val="3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SHAPE_TYPE" val="Title"/>
  <p:tag name="OP_SCP_DEFAULT_TEXT" val="添加标题"/>
  <p:tag name="OP_SCP_ITEM_INDEX" val="3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SHAPE_TYPE" val="Body"/>
  <p:tag name="OP_SCP_ITEM_INDEX" val="2"/>
  <p:tag name="OP_SCP_DEFAULT_TEXT" val="单击此处添加文本，单击此处添加文本。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SHAPE_TYPE" val="Title"/>
  <p:tag name="OP_SCP_ITEM_INDEX" val="2"/>
  <p:tag name="OP_SCP_DEFAULT_TEXT" val="添加标题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SHAPE_TYPE" val="Body"/>
  <p:tag name="OP_SCP_ITEM_INDEX" val="1"/>
  <p:tag name="OP_SCP_DEFAULT_TEXT" val="单击此处添加文本，单击此处添加文本，单击此处添加文本。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SHAPE_TYPE" val="Title"/>
  <p:tag name="OP_SCP_DEFAULT_TEXT" val="添加标题"/>
  <p:tag name="OP_SCP_ITEM_INDEX" val="1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SHAPE_TYPE" val="Index"/>
  <p:tag name="OP_SCP_ITEM_INDEX" val="1"/>
  <p:tag name="OP_SCP_DEFAULT_TEXT" val="01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SHAPE_TYPE" val="Body"/>
  <p:tag name="OP_SCP_ITEM_INDEX" val="1"/>
  <p:tag name="OP_SCP_DEFAULT_TEXT" val="单击此处添加文本&#10;单击此处添加文本&#10;单击此处添加文本&#10;单击此处添加文本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SHAPE_TYPE" val="Title"/>
  <p:tag name="OP_SCP_ITEM_INDEX" val="1"/>
  <p:tag name="OP_SCP_DEFAULT_TEXT" val="添加标题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SHAPE_TYPE" val="Index"/>
  <p:tag name="OP_SCP_ITEM_INDEX" val="2"/>
  <p:tag name="OP_SCP_DEFAULT_TEXT" val="02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SHAPE_TYPE" val="Body"/>
  <p:tag name="OP_SCP_ITEM_INDEX" val="2"/>
  <p:tag name="OP_SCP_DEFAULT_TEXT" val="单击此处添加文本&#10;单击此处添加文本&#10;单击此处添加文本&#10;单击此处添加文本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SHAPE_TYPE" val="Title"/>
  <p:tag name="OP_SCP_ITEM_INDEX" val="2"/>
  <p:tag name="OP_SCP_DEFAULT_TEXT" val="添加标题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SHAPE_TYPE" val="Index"/>
  <p:tag name="OP_SCP_ITEM_INDEX" val="3"/>
  <p:tag name="OP_SCP_DEFAULT_TEXT" val="03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SHAPE_TYPE" val="Body"/>
  <p:tag name="OP_SCP_ITEM_INDEX" val="3"/>
  <p:tag name="OP_SCP_DEFAULT_TEXT" val="单击此处添加文本&#10;单击此处添加文本&#10;单击此处添加文本&#10;单击此处添加文本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SHAPE_TYPE" val="Title"/>
  <p:tag name="OP_SCP_ITEM_INDEX" val="3"/>
  <p:tag name="OP_SCP_DEFAULT_TEXT" val="添加标题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SHAPE_TYPE" val="Index"/>
  <p:tag name="OP_SCP_ITEM_INDEX" val="4"/>
  <p:tag name="OP_SCP_DEFAULT_TEXT" val="04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SHAPE_TYPE" val="Body"/>
  <p:tag name="OP_SCP_ITEM_INDEX" val="4"/>
  <p:tag name="OP_SCP_DEFAULT_TEXT" val="单击此处添加文本&#10;单击此处添加文本&#10;单击此处添加文本&#10;单击此处添加文本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SHAPE_TYPE" val="Title"/>
  <p:tag name="OP_SCP_ITEM_INDEX" val="4"/>
  <p:tag name="OP_SCP_DEFAULT_TEXT" val="添加标题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ATA_TYPE" val="OfficePlusSmartComponent"/>
  <p:tag name="OP_SCP_TAG_VERSION" val="1.0"/>
  <p:tag name="OP_SCP_CHANGE_COLOR" val="N"/>
  <p:tag name="OP_SCP_COMPONENT_TYPE" val="Relation"/>
  <p:tag name="OP_SCP_CONTENT_ID" val="MatlComponentContent-14859"/>
  <p:tag name="OP_SCP_COMPONENT_INFO" val="{&quot;title&quot;:&quot;扁平4项swot四象限矩阵矩阵&quot;,&quot;description&quot;:&quot;扁平4项swot四象限矩阵矩阵&quot;,&quot;keywords&quot;:[&quot;扁平&quot;,&quot;4项&quot;,&quot;矩阵&quot;],&quot;labels&quot;:[]}"/>
  <p:tag name="OP_SCP_GROUP_ID" val="c624e94b-065b-bc34-4711-3af654dcefad"/>
  <p:tag name="OP_SCP_ITEM_COUNT" val="4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SHAPE_TYPE" val="Title"/>
  <p:tag name="OP_SCP_ITEM_INDEX" val="0"/>
  <p:tag name="OP_SCP_DEFAULT_TEXT" val="添加&#10;标题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SHAPE_TYPE" val="Body"/>
  <p:tag name="OP_SCP_ITEM_INDEX" val="4"/>
  <p:tag name="OP_SCP_DEFAULT_TEXT" val="单击此处添加文本，单击此处添加文本，单击此处添加文本。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SHAPE_TYPE" val="Title"/>
  <p:tag name="OP_SCP_ITEM_INDEX" val="4"/>
  <p:tag name="OP_SCP_DEFAULT_TEXT" val="添加标题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SHAPE_TYPE" val="Body"/>
  <p:tag name="OP_SCP_ITEM_INDEX" val="2"/>
  <p:tag name="OP_SCP_DEFAULT_TEXT" val="单击此处添加文本，单击此处添加文本，单击此处添加文本。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SHAPE_TYPE" val="Title"/>
  <p:tag name="OP_SCP_ITEM_INDEX" val="2"/>
  <p:tag name="OP_SCP_DEFAULT_TEXT" val="添加标题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SHAPE_TYPE" val="Body"/>
  <p:tag name="OP_SCP_ITEM_INDEX" val="3"/>
  <p:tag name="OP_SCP_DEFAULT_TEXT" val="单击此处添加文本，单击此处添加文本，单击此处添加文本。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SHAPE_TYPE" val="Title"/>
  <p:tag name="OP_SCP_ITEM_INDEX" val="3"/>
  <p:tag name="OP_SCP_DEFAULT_TEXT" val="添加标题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SHAPE_TYPE" val="Body"/>
  <p:tag name="OP_SCP_ITEM_INDEX" val="1"/>
  <p:tag name="OP_SCP_DEFAULT_TEXT" val="单击此处添加文本，单击此处添加文本，单击此处添加文本。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SHAPE_TYPE" val="Title"/>
  <p:tag name="OP_SCP_ITEM_INDEX" val="1"/>
  <p:tag name="OP_SCP_DEFAULT_TEXT" val="添加标题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ITEM_INDEX" val="2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SHAPE_TYPE" val="Title"/>
  <p:tag name="OP_SCP_ITEM_INDEX" val="2"/>
  <p:tag name="OP_SCP_DEFAULT_TEXT" val="添加标题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SHAPE_TYPE" val="Body"/>
  <p:tag name="OP_SCP_ITEM_INDEX" val="2"/>
  <p:tag name="OP_SCP_DEFAULT_TEXT" val="单击此处添加文本，单击此处添加文本，单击此处添加文本。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ITEM_INDEX" val="1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SHAPE_TYPE" val="Title"/>
  <p:tag name="OP_SCP_ITEM_INDEX" val="1"/>
  <p:tag name="OP_SCP_DEFAULT_TEXT" val="添加标题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SHAPE_TYPE" val="Body"/>
  <p:tag name="OP_SCP_ITEM_INDEX" val="1"/>
  <p:tag name="OP_SCP_DEFAULT_TEXT" val="单击此处添加文本，单击此处添加文本，单击此处添加文本。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ITEM_INDEX" val="3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SHAPE_TYPE" val="Title"/>
  <p:tag name="OP_SCP_ITEM_INDEX" val="3"/>
  <p:tag name="OP_SCP_DEFAULT_TEXT" val="添加标题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SHAPE_TYPE" val="Body"/>
  <p:tag name="OP_SCP_ITEM_INDEX" val="3"/>
  <p:tag name="OP_SCP_DEFAULT_TEXT" val="单击此处添加文本，单击此处添加文本，单击此处添加文本。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ATA_TYPE" val="OfficePlusSmartComponent"/>
  <p:tag name="OP_SCP_TAG_VERSION" val="1.0"/>
  <p:tag name="OP_SCP_CHANGE_COLOR" val="N"/>
  <p:tag name="OP_SCP_COMPONENT_TYPE" val="Relation"/>
  <p:tag name="OP_SCP_CONTENT_ID" val="MatlComponentContent-3654"/>
  <p:tag name="OP_SCP_COMPONENT_INFO" val="{&quot;title&quot;:&quot;扁平2项纯文本目录PPT组件&quot;,&quot;description&quot;:&quot;​​扁平2项纯文本目录PPT组件​​：双项目录布局，便于章节分类，风格简约专业。&quot;,&quot;keywords&quot;:[&quot;扁平&quot;,&quot;2项&quot;,&quot;纯文本&quot;,&quot;目录&quot;,&quot;PPT组件&quot;],&quot;labels&quot;:[]}"/>
  <p:tag name="OP_SCP_GROUP_ID" val="6b078143-31cb-25bc-1cfb-5eb9b4544a84"/>
  <p:tag name="OP_SCP_ITEM_COUNT" val="2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SHAPE_TYPE" val="Title"/>
  <p:tag name="OP_SCP_ITEM_INDEX" val="2"/>
  <p:tag name="OP_SCP_DEFAULT_TEXT" val="添加标题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SHAPE_TYPE" val="Body"/>
  <p:tag name="OP_SCP_ITEM_INDEX" val="2"/>
  <p:tag name="OP_SCP_DEFAULT_TEXT" val="单击此处添加文本，单击此处添加文本。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SHAPE_TYPE" val="Index"/>
  <p:tag name="OP_SCP_ITEM_INDEX" val="2"/>
  <p:tag name="OP_SCP_DEFAULT_TEXT" val="Part 02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SHAPE_TYPE" val="Title"/>
  <p:tag name="OP_SCP_ITEM_INDEX" val="1"/>
  <p:tag name="OP_SCP_DEFAULT_TEXT" val="添加标题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SHAPE_TYPE" val="Body"/>
  <p:tag name="OP_SCP_DEFAULT_TEXT" val="单击此处添加文本，单击此处添加文本。"/>
  <p:tag name="OP_SCP_ITEM_INDEX" val="1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SHAPE_TYPE" val="Index"/>
  <p:tag name="OP_SCP_ITEM_INDEX" val="1"/>
  <p:tag name="OP_SCP_DEFAULT_TEXT" val="Part 01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3650</TotalTime>
  <Words>822</Words>
  <Application>Microsoft Office PowerPoint</Application>
  <PresentationFormat>全屏显示(16:9)</PresentationFormat>
  <Paragraphs>166</Paragraphs>
  <Slides>10</Slides>
  <Notes>10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16" baseType="lpstr">
      <vt:lpstr>等线</vt:lpstr>
      <vt:lpstr>微软雅黑</vt:lpstr>
      <vt:lpstr>微软雅黑</vt:lpstr>
      <vt:lpstr>Arial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成伟 吴</cp:lastModifiedBy>
  <cp:revision>402</cp:revision>
  <dcterms:created xsi:type="dcterms:W3CDTF">2026-03-18T12:06:23Z</dcterms:created>
  <dcterms:modified xsi:type="dcterms:W3CDTF">2026-03-22T14:05:56Z</dcterms:modified>
</cp:coreProperties>
</file>